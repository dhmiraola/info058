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2.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8.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2.xml"/>
  <Override ContentType="application/vnd.openxmlformats-officedocument.presentationml.notesSlide+xml" PartName="/ppt/notesSlides/notesSlide5.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2.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12.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6.xml"/>
  <Override ContentType="application/vnd.openxmlformats-officedocument.presentationml.slide+xml" PartName="/ppt/slides/slide9.xml"/>
  <Override ContentType="application/vnd.openxmlformats-officedocument.presentationml.slide+xml" PartName="/ppt/slides/slide5.xml"/>
  <Override ContentType="application/vnd.openxmlformats-officedocument.presentationml.slide+xml" PartName="/ppt/slides/slide8.xml"/>
  <Override ContentType="application/vnd.openxmlformats-officedocument.presentationml.slide+xml" PartName="/ppt/slides/slide7.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Lst>
  <p:sldSz cy="6858000" cx="9144000"/>
  <p:notesSz cx="6858000" cy="9144000"/>
  <p:embeddedFontLst>
    <p:embeddedFont>
      <p:font typeface="Tahoma"/>
      <p:regular r:id="rId18"/>
      <p:bold r:id="rId1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2880">
          <p15:clr>
            <a:srgbClr val="A4A3A4"/>
          </p15:clr>
        </p15:guide>
      </p15:sldGuideLst>
    </p:ext>
    <p:ext uri="{2D200454-40CA-4A62-9FC3-DE9A4176ACB9}">
      <p15:notesGuideLst>
        <p15:guide id="1" orient="horz" pos="2880">
          <p15:clr>
            <a:srgbClr val="A4A3A4"/>
          </p15:clr>
        </p15:guide>
        <p15:guide id="2" pos="2160">
          <p15:clr>
            <a:srgbClr val="A4A3A4"/>
          </p15:clr>
        </p15:guide>
      </p15:notesGuideLst>
    </p:ext>
    <p:ext uri="GoogleSlidesCustomDataVersion2">
      <go:slidesCustomData xmlns:go="http://customooxmlschemas.google.com/" r:id="rId20" roundtripDataSignature="AMtx7mhXYJXzhyc6fKdWC7rvPV3ma3+iW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2880"/>
      </p:guideLst>
    </p:cSldViewPr>
  </p:slideViewPr>
  <p:notesViewPr>
    <p:cSldViewPr snapToGrid="0">
      <p:cViewPr varScale="1">
        <p:scale>
          <a:sx n="100" d="100"/>
          <a:sy n="100" d="100"/>
        </p:scale>
        <p:origin x="0" y="0"/>
      </p:cViewPr>
      <p:guideLst>
        <p:guide pos="2880" orient="horz"/>
        <p:guide pos="2160"/>
      </p:guideLst>
    </p:cSldViewPr>
  </p:notesViewPr>
</p:viewPr>
</file>

<file path=ppt/_rels/presentation.xml.rels><?xml version="1.0" encoding="UTF-8" standalone="yes"?><Relationships xmlns="http://schemas.openxmlformats.org/package/2006/relationships"><Relationship Id="rId2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5" Type="http://schemas.openxmlformats.org/officeDocument/2006/relationships/notesMaster" Target="notesMasters/notesMaster1.xml"/><Relationship Id="rId19" Type="http://schemas.openxmlformats.org/officeDocument/2006/relationships/font" Target="fonts/Tahoma-bold.fntdata"/><Relationship Id="rId6" Type="http://schemas.openxmlformats.org/officeDocument/2006/relationships/slide" Target="slides/slide1.xml"/><Relationship Id="rId18" Type="http://schemas.openxmlformats.org/officeDocument/2006/relationships/font" Target="fonts/Tahoma-regular.fntdata"/><Relationship Id="rId7" Type="http://schemas.openxmlformats.org/officeDocument/2006/relationships/slide" Target="slides/slide2.xml"/><Relationship Id="rId8" Type="http://schemas.openxmlformats.org/officeDocument/2006/relationships/slide" Target="slides/slide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txBox="1"/>
          <p:nvPr>
            <p:ph idx="2" type="hdr"/>
          </p:nvPr>
        </p:nvSpPr>
        <p:spPr>
          <a:xfrm>
            <a:off x="0" y="0"/>
            <a:ext cx="2971800" cy="457200"/>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ctr">
              <a:spcBef>
                <a:spcPts val="1400"/>
              </a:spcBef>
              <a:spcAft>
                <a:spcPts val="0"/>
              </a:spcAft>
              <a:buSzPts val="1400"/>
              <a:buNone/>
              <a:defRPr b="1" i="0" sz="2800" u="none" cap="none" strike="noStrike">
                <a:solidFill>
                  <a:srgbClr val="CC9900"/>
                </a:solidFill>
                <a:latin typeface="Arial"/>
                <a:ea typeface="Arial"/>
                <a:cs typeface="Arial"/>
                <a:sym typeface="Arial"/>
              </a:defRPr>
            </a:lvl2pPr>
            <a:lvl3pPr lvl="2" marR="0" rtl="0" algn="ctr">
              <a:spcBef>
                <a:spcPts val="1400"/>
              </a:spcBef>
              <a:spcAft>
                <a:spcPts val="0"/>
              </a:spcAft>
              <a:buSzPts val="1400"/>
              <a:buNone/>
              <a:defRPr b="1" i="0" sz="2800" u="none" cap="none" strike="noStrike">
                <a:solidFill>
                  <a:srgbClr val="CC9900"/>
                </a:solidFill>
                <a:latin typeface="Arial"/>
                <a:ea typeface="Arial"/>
                <a:cs typeface="Arial"/>
                <a:sym typeface="Arial"/>
              </a:defRPr>
            </a:lvl3pPr>
            <a:lvl4pPr lvl="3" marR="0" rtl="0" algn="ctr">
              <a:spcBef>
                <a:spcPts val="1400"/>
              </a:spcBef>
              <a:spcAft>
                <a:spcPts val="0"/>
              </a:spcAft>
              <a:buSzPts val="1400"/>
              <a:buNone/>
              <a:defRPr b="1" i="0" sz="2800" u="none" cap="none" strike="noStrike">
                <a:solidFill>
                  <a:srgbClr val="CC9900"/>
                </a:solidFill>
                <a:latin typeface="Arial"/>
                <a:ea typeface="Arial"/>
                <a:cs typeface="Arial"/>
                <a:sym typeface="Arial"/>
              </a:defRPr>
            </a:lvl4pPr>
            <a:lvl5pPr lvl="4" marR="0" rtl="0" algn="ctr">
              <a:spcBef>
                <a:spcPts val="1400"/>
              </a:spcBef>
              <a:spcAft>
                <a:spcPts val="0"/>
              </a:spcAft>
              <a:buSzPts val="1400"/>
              <a:buNone/>
              <a:defRPr b="1" i="0" sz="2800" u="none" cap="none" strike="noStrike">
                <a:solidFill>
                  <a:srgbClr val="CC9900"/>
                </a:solidFill>
                <a:latin typeface="Arial"/>
                <a:ea typeface="Arial"/>
                <a:cs typeface="Arial"/>
                <a:sym typeface="Arial"/>
              </a:defRPr>
            </a:lvl5pPr>
            <a:lvl6pPr lvl="5" marR="0" rtl="0" algn="l">
              <a:spcBef>
                <a:spcPts val="0"/>
              </a:spcBef>
              <a:spcAft>
                <a:spcPts val="0"/>
              </a:spcAft>
              <a:buSzPts val="1400"/>
              <a:buNone/>
              <a:defRPr b="1" i="0" sz="2800" u="none" cap="none" strike="noStrike">
                <a:solidFill>
                  <a:srgbClr val="CC9900"/>
                </a:solidFill>
                <a:latin typeface="Arial"/>
                <a:ea typeface="Arial"/>
                <a:cs typeface="Arial"/>
                <a:sym typeface="Arial"/>
              </a:defRPr>
            </a:lvl6pPr>
            <a:lvl7pPr lvl="6" marR="0" rtl="0" algn="l">
              <a:spcBef>
                <a:spcPts val="0"/>
              </a:spcBef>
              <a:spcAft>
                <a:spcPts val="0"/>
              </a:spcAft>
              <a:buSzPts val="1400"/>
              <a:buNone/>
              <a:defRPr b="1" i="0" sz="2800" u="none" cap="none" strike="noStrike">
                <a:solidFill>
                  <a:srgbClr val="CC9900"/>
                </a:solidFill>
                <a:latin typeface="Arial"/>
                <a:ea typeface="Arial"/>
                <a:cs typeface="Arial"/>
                <a:sym typeface="Arial"/>
              </a:defRPr>
            </a:lvl7pPr>
            <a:lvl8pPr lvl="7" marR="0" rtl="0" algn="l">
              <a:spcBef>
                <a:spcPts val="0"/>
              </a:spcBef>
              <a:spcAft>
                <a:spcPts val="0"/>
              </a:spcAft>
              <a:buSzPts val="1400"/>
              <a:buNone/>
              <a:defRPr b="1" i="0" sz="2800" u="none" cap="none" strike="noStrike">
                <a:solidFill>
                  <a:srgbClr val="CC9900"/>
                </a:solidFill>
                <a:latin typeface="Arial"/>
                <a:ea typeface="Arial"/>
                <a:cs typeface="Arial"/>
                <a:sym typeface="Arial"/>
              </a:defRPr>
            </a:lvl8pPr>
            <a:lvl9pPr lvl="8" marR="0" rtl="0" algn="l">
              <a:spcBef>
                <a:spcPts val="0"/>
              </a:spcBef>
              <a:spcAft>
                <a:spcPts val="0"/>
              </a:spcAft>
              <a:buSzPts val="1400"/>
              <a:buNone/>
              <a:defRPr b="1" i="0" sz="2800" u="none" cap="none" strike="noStrike">
                <a:solidFill>
                  <a:srgbClr val="CC9900"/>
                </a:solidFill>
                <a:latin typeface="Arial"/>
                <a:ea typeface="Arial"/>
                <a:cs typeface="Arial"/>
                <a:sym typeface="Arial"/>
              </a:defRPr>
            </a:lvl9pPr>
          </a:lstStyle>
          <a:p/>
        </p:txBody>
      </p:sp>
      <p:sp>
        <p:nvSpPr>
          <p:cNvPr id="4" name="Google Shape;4;n"/>
          <p:cNvSpPr txBox="1"/>
          <p:nvPr>
            <p:ph idx="10" type="dt"/>
          </p:nvPr>
        </p:nvSpPr>
        <p:spPr>
          <a:xfrm>
            <a:off x="3886200" y="0"/>
            <a:ext cx="2971800" cy="457200"/>
          </a:xfrm>
          <a:prstGeom prst="rect">
            <a:avLst/>
          </a:prstGeom>
          <a:noFill/>
          <a:ln>
            <a:noFill/>
          </a:ln>
        </p:spPr>
        <p:txBody>
          <a:bodyPr anchorCtr="0" anchor="t" bIns="45700" lIns="91425" spcFirstLastPara="1" rIns="91425" wrap="square" tIns="45700">
            <a:noAutofit/>
          </a:bodyPr>
          <a:lstStyle>
            <a:lvl1pPr lvl="0" marR="0" rtl="0" algn="r">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ctr">
              <a:spcBef>
                <a:spcPts val="1400"/>
              </a:spcBef>
              <a:spcAft>
                <a:spcPts val="0"/>
              </a:spcAft>
              <a:buSzPts val="1400"/>
              <a:buNone/>
              <a:defRPr b="1" i="0" sz="2800" u="none" cap="none" strike="noStrike">
                <a:solidFill>
                  <a:srgbClr val="CC9900"/>
                </a:solidFill>
                <a:latin typeface="Arial"/>
                <a:ea typeface="Arial"/>
                <a:cs typeface="Arial"/>
                <a:sym typeface="Arial"/>
              </a:defRPr>
            </a:lvl2pPr>
            <a:lvl3pPr lvl="2" marR="0" rtl="0" algn="ctr">
              <a:spcBef>
                <a:spcPts val="1400"/>
              </a:spcBef>
              <a:spcAft>
                <a:spcPts val="0"/>
              </a:spcAft>
              <a:buSzPts val="1400"/>
              <a:buNone/>
              <a:defRPr b="1" i="0" sz="2800" u="none" cap="none" strike="noStrike">
                <a:solidFill>
                  <a:srgbClr val="CC9900"/>
                </a:solidFill>
                <a:latin typeface="Arial"/>
                <a:ea typeface="Arial"/>
                <a:cs typeface="Arial"/>
                <a:sym typeface="Arial"/>
              </a:defRPr>
            </a:lvl3pPr>
            <a:lvl4pPr lvl="3" marR="0" rtl="0" algn="ctr">
              <a:spcBef>
                <a:spcPts val="1400"/>
              </a:spcBef>
              <a:spcAft>
                <a:spcPts val="0"/>
              </a:spcAft>
              <a:buSzPts val="1400"/>
              <a:buNone/>
              <a:defRPr b="1" i="0" sz="2800" u="none" cap="none" strike="noStrike">
                <a:solidFill>
                  <a:srgbClr val="CC9900"/>
                </a:solidFill>
                <a:latin typeface="Arial"/>
                <a:ea typeface="Arial"/>
                <a:cs typeface="Arial"/>
                <a:sym typeface="Arial"/>
              </a:defRPr>
            </a:lvl4pPr>
            <a:lvl5pPr lvl="4" marR="0" rtl="0" algn="ctr">
              <a:spcBef>
                <a:spcPts val="1400"/>
              </a:spcBef>
              <a:spcAft>
                <a:spcPts val="0"/>
              </a:spcAft>
              <a:buSzPts val="1400"/>
              <a:buNone/>
              <a:defRPr b="1" i="0" sz="2800" u="none" cap="none" strike="noStrike">
                <a:solidFill>
                  <a:srgbClr val="CC9900"/>
                </a:solidFill>
                <a:latin typeface="Arial"/>
                <a:ea typeface="Arial"/>
                <a:cs typeface="Arial"/>
                <a:sym typeface="Arial"/>
              </a:defRPr>
            </a:lvl5pPr>
            <a:lvl6pPr lvl="5" marR="0" rtl="0" algn="l">
              <a:spcBef>
                <a:spcPts val="0"/>
              </a:spcBef>
              <a:spcAft>
                <a:spcPts val="0"/>
              </a:spcAft>
              <a:buSzPts val="1400"/>
              <a:buNone/>
              <a:defRPr b="1" i="0" sz="2800" u="none" cap="none" strike="noStrike">
                <a:solidFill>
                  <a:srgbClr val="CC9900"/>
                </a:solidFill>
                <a:latin typeface="Arial"/>
                <a:ea typeface="Arial"/>
                <a:cs typeface="Arial"/>
                <a:sym typeface="Arial"/>
              </a:defRPr>
            </a:lvl6pPr>
            <a:lvl7pPr lvl="6" marR="0" rtl="0" algn="l">
              <a:spcBef>
                <a:spcPts val="0"/>
              </a:spcBef>
              <a:spcAft>
                <a:spcPts val="0"/>
              </a:spcAft>
              <a:buSzPts val="1400"/>
              <a:buNone/>
              <a:defRPr b="1" i="0" sz="2800" u="none" cap="none" strike="noStrike">
                <a:solidFill>
                  <a:srgbClr val="CC9900"/>
                </a:solidFill>
                <a:latin typeface="Arial"/>
                <a:ea typeface="Arial"/>
                <a:cs typeface="Arial"/>
                <a:sym typeface="Arial"/>
              </a:defRPr>
            </a:lvl7pPr>
            <a:lvl8pPr lvl="7" marR="0" rtl="0" algn="l">
              <a:spcBef>
                <a:spcPts val="0"/>
              </a:spcBef>
              <a:spcAft>
                <a:spcPts val="0"/>
              </a:spcAft>
              <a:buSzPts val="1400"/>
              <a:buNone/>
              <a:defRPr b="1" i="0" sz="2800" u="none" cap="none" strike="noStrike">
                <a:solidFill>
                  <a:srgbClr val="CC9900"/>
                </a:solidFill>
                <a:latin typeface="Arial"/>
                <a:ea typeface="Arial"/>
                <a:cs typeface="Arial"/>
                <a:sym typeface="Arial"/>
              </a:defRPr>
            </a:lvl8pPr>
            <a:lvl9pPr lvl="8" marR="0" rtl="0" algn="l">
              <a:spcBef>
                <a:spcPts val="0"/>
              </a:spcBef>
              <a:spcAft>
                <a:spcPts val="0"/>
              </a:spcAft>
              <a:buSzPts val="1400"/>
              <a:buNone/>
              <a:defRPr b="1" i="0" sz="2800" u="none" cap="none" strike="noStrike">
                <a:solidFill>
                  <a:srgbClr val="CC9900"/>
                </a:solidFill>
                <a:latin typeface="Arial"/>
                <a:ea typeface="Arial"/>
                <a:cs typeface="Arial"/>
                <a:sym typeface="Arial"/>
              </a:defRPr>
            </a:lvl9pPr>
          </a:lstStyle>
          <a:p/>
        </p:txBody>
      </p:sp>
      <p:sp>
        <p:nvSpPr>
          <p:cNvPr id="5" name="Google Shape;5;n"/>
          <p:cNvSpPr/>
          <p:nvPr>
            <p:ph idx="3"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6" name="Google Shape;6;n"/>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indent="-228600" lvl="1" marL="9144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2pPr>
            <a:lvl3pPr indent="-228600" lvl="2" marL="13716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3pPr>
            <a:lvl4pPr indent="-228600" lvl="3" marL="18288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4pPr>
            <a:lvl5pPr indent="-228600" lvl="4" marL="2286000" marR="0" rtl="0" algn="l">
              <a:spcBef>
                <a:spcPts val="36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5pPr>
            <a:lvl6pPr indent="-228600" lvl="5" marL="27432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6pPr>
            <a:lvl7pPr indent="-228600" lvl="6" marL="32004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7pPr>
            <a:lvl8pPr indent="-228600" lvl="7" marL="36576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8pPr>
            <a:lvl9pPr indent="-228600" lvl="8" marL="4114800" marR="0" rtl="0" algn="l">
              <a:spcBef>
                <a:spcPts val="0"/>
              </a:spcBef>
              <a:spcAft>
                <a:spcPts val="0"/>
              </a:spcAft>
              <a:buSzPts val="1400"/>
              <a:buNone/>
              <a:defRPr b="0" i="0" sz="1200" u="none" cap="none" strike="noStrike">
                <a:solidFill>
                  <a:schemeClr val="dk1"/>
                </a:solidFill>
                <a:latin typeface="Calibri"/>
                <a:ea typeface="Calibri"/>
                <a:cs typeface="Calibri"/>
                <a:sym typeface="Calibri"/>
              </a:defRPr>
            </a:lvl9pPr>
          </a:lstStyle>
          <a:p/>
        </p:txBody>
      </p:sp>
      <p:sp>
        <p:nvSpPr>
          <p:cNvPr id="7" name="Google Shape;7;n"/>
          <p:cNvSpPr txBox="1"/>
          <p:nvPr>
            <p:ph idx="11" type="ftr"/>
          </p:nvPr>
        </p:nvSpPr>
        <p:spPr>
          <a:xfrm>
            <a:off x="0" y="8686800"/>
            <a:ext cx="2971800" cy="45720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0" i="0" sz="1200" u="none" cap="none" strike="noStrike">
                <a:solidFill>
                  <a:schemeClr val="dk1"/>
                </a:solidFill>
                <a:latin typeface="Times New Roman"/>
                <a:ea typeface="Times New Roman"/>
                <a:cs typeface="Times New Roman"/>
                <a:sym typeface="Times New Roman"/>
              </a:defRPr>
            </a:lvl1pPr>
            <a:lvl2pPr lvl="1" marR="0" rtl="0" algn="ctr">
              <a:spcBef>
                <a:spcPts val="1400"/>
              </a:spcBef>
              <a:spcAft>
                <a:spcPts val="0"/>
              </a:spcAft>
              <a:buSzPts val="1400"/>
              <a:buNone/>
              <a:defRPr b="1" i="0" sz="2800" u="none" cap="none" strike="noStrike">
                <a:solidFill>
                  <a:srgbClr val="CC9900"/>
                </a:solidFill>
                <a:latin typeface="Arial"/>
                <a:ea typeface="Arial"/>
                <a:cs typeface="Arial"/>
                <a:sym typeface="Arial"/>
              </a:defRPr>
            </a:lvl2pPr>
            <a:lvl3pPr lvl="2" marR="0" rtl="0" algn="ctr">
              <a:spcBef>
                <a:spcPts val="1400"/>
              </a:spcBef>
              <a:spcAft>
                <a:spcPts val="0"/>
              </a:spcAft>
              <a:buSzPts val="1400"/>
              <a:buNone/>
              <a:defRPr b="1" i="0" sz="2800" u="none" cap="none" strike="noStrike">
                <a:solidFill>
                  <a:srgbClr val="CC9900"/>
                </a:solidFill>
                <a:latin typeface="Arial"/>
                <a:ea typeface="Arial"/>
                <a:cs typeface="Arial"/>
                <a:sym typeface="Arial"/>
              </a:defRPr>
            </a:lvl3pPr>
            <a:lvl4pPr lvl="3" marR="0" rtl="0" algn="ctr">
              <a:spcBef>
                <a:spcPts val="1400"/>
              </a:spcBef>
              <a:spcAft>
                <a:spcPts val="0"/>
              </a:spcAft>
              <a:buSzPts val="1400"/>
              <a:buNone/>
              <a:defRPr b="1" i="0" sz="2800" u="none" cap="none" strike="noStrike">
                <a:solidFill>
                  <a:srgbClr val="CC9900"/>
                </a:solidFill>
                <a:latin typeface="Arial"/>
                <a:ea typeface="Arial"/>
                <a:cs typeface="Arial"/>
                <a:sym typeface="Arial"/>
              </a:defRPr>
            </a:lvl4pPr>
            <a:lvl5pPr lvl="4" marR="0" rtl="0" algn="ctr">
              <a:spcBef>
                <a:spcPts val="1400"/>
              </a:spcBef>
              <a:spcAft>
                <a:spcPts val="0"/>
              </a:spcAft>
              <a:buSzPts val="1400"/>
              <a:buNone/>
              <a:defRPr b="1" i="0" sz="2800" u="none" cap="none" strike="noStrike">
                <a:solidFill>
                  <a:srgbClr val="CC9900"/>
                </a:solidFill>
                <a:latin typeface="Arial"/>
                <a:ea typeface="Arial"/>
                <a:cs typeface="Arial"/>
                <a:sym typeface="Arial"/>
              </a:defRPr>
            </a:lvl5pPr>
            <a:lvl6pPr lvl="5" marR="0" rtl="0" algn="l">
              <a:spcBef>
                <a:spcPts val="0"/>
              </a:spcBef>
              <a:spcAft>
                <a:spcPts val="0"/>
              </a:spcAft>
              <a:buSzPts val="1400"/>
              <a:buNone/>
              <a:defRPr b="1" i="0" sz="2800" u="none" cap="none" strike="noStrike">
                <a:solidFill>
                  <a:srgbClr val="CC9900"/>
                </a:solidFill>
                <a:latin typeface="Arial"/>
                <a:ea typeface="Arial"/>
                <a:cs typeface="Arial"/>
                <a:sym typeface="Arial"/>
              </a:defRPr>
            </a:lvl6pPr>
            <a:lvl7pPr lvl="6" marR="0" rtl="0" algn="l">
              <a:spcBef>
                <a:spcPts val="0"/>
              </a:spcBef>
              <a:spcAft>
                <a:spcPts val="0"/>
              </a:spcAft>
              <a:buSzPts val="1400"/>
              <a:buNone/>
              <a:defRPr b="1" i="0" sz="2800" u="none" cap="none" strike="noStrike">
                <a:solidFill>
                  <a:srgbClr val="CC9900"/>
                </a:solidFill>
                <a:latin typeface="Arial"/>
                <a:ea typeface="Arial"/>
                <a:cs typeface="Arial"/>
                <a:sym typeface="Arial"/>
              </a:defRPr>
            </a:lvl7pPr>
            <a:lvl8pPr lvl="7" marR="0" rtl="0" algn="l">
              <a:spcBef>
                <a:spcPts val="0"/>
              </a:spcBef>
              <a:spcAft>
                <a:spcPts val="0"/>
              </a:spcAft>
              <a:buSzPts val="1400"/>
              <a:buNone/>
              <a:defRPr b="1" i="0" sz="2800" u="none" cap="none" strike="noStrike">
                <a:solidFill>
                  <a:srgbClr val="CC9900"/>
                </a:solidFill>
                <a:latin typeface="Arial"/>
                <a:ea typeface="Arial"/>
                <a:cs typeface="Arial"/>
                <a:sym typeface="Arial"/>
              </a:defRPr>
            </a:lvl8pPr>
            <a:lvl9pPr lvl="8" marR="0" rtl="0" algn="l">
              <a:spcBef>
                <a:spcPts val="0"/>
              </a:spcBef>
              <a:spcAft>
                <a:spcPts val="0"/>
              </a:spcAft>
              <a:buSzPts val="1400"/>
              <a:buNone/>
              <a:defRPr b="1" i="0" sz="2800" u="none" cap="none" strike="noStrike">
                <a:solidFill>
                  <a:srgbClr val="CC9900"/>
                </a:solidFill>
                <a:latin typeface="Arial"/>
                <a:ea typeface="Arial"/>
                <a:cs typeface="Arial"/>
                <a:sym typeface="Arial"/>
              </a:defRPr>
            </a:lvl9pPr>
          </a:lstStyle>
          <a:p/>
        </p:txBody>
      </p:sp>
      <p:sp>
        <p:nvSpPr>
          <p:cNvPr id="8" name="Google Shape;8;n"/>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marR="0" rtl="0" algn="r">
              <a:spcBef>
                <a:spcPts val="0"/>
              </a:spcBef>
              <a:spcAft>
                <a:spcPts val="0"/>
              </a:spcAft>
              <a:buNone/>
            </a:pPr>
            <a:fld id="{00000000-1234-1234-1234-123412341234}" type="slidenum">
              <a:rPr b="0" i="0" lang="es-CL"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2" name="Shape 52"/>
        <p:cNvGrpSpPr/>
        <p:nvPr/>
      </p:nvGrpSpPr>
      <p:grpSpPr>
        <a:xfrm>
          <a:off x="0" y="0"/>
          <a:ext cx="0" cy="0"/>
          <a:chOff x="0" y="0"/>
          <a:chExt cx="0" cy="0"/>
        </a:xfrm>
      </p:grpSpPr>
      <p:sp>
        <p:nvSpPr>
          <p:cNvPr id="53" name="Google Shape;53;p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54" name="Google Shape;54;p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0" name="Shape 60"/>
        <p:cNvGrpSpPr/>
        <p:nvPr/>
      </p:nvGrpSpPr>
      <p:grpSpPr>
        <a:xfrm>
          <a:off x="0" y="0"/>
          <a:ext cx="0" cy="0"/>
          <a:chOff x="0" y="0"/>
          <a:chExt cx="0" cy="0"/>
        </a:xfrm>
      </p:grpSpPr>
      <p:sp>
        <p:nvSpPr>
          <p:cNvPr id="61" name="Google Shape;61;p2: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b="0" i="0" lang="es-CL" sz="1200" u="none" cap="none" strike="noStrike">
                <a:solidFill>
                  <a:schemeClr val="dk1"/>
                </a:solidFill>
                <a:latin typeface="Times New Roman"/>
                <a:ea typeface="Times New Roman"/>
                <a:cs typeface="Times New Roman"/>
                <a:sym typeface="Times New Roman"/>
              </a:rPr>
              <a:t>‹#›</a:t>
            </a:fld>
            <a:endParaRPr b="0" i="0" sz="1200" u="none" cap="none" strike="noStrike">
              <a:solidFill>
                <a:schemeClr val="dk1"/>
              </a:solidFill>
              <a:latin typeface="Times New Roman"/>
              <a:ea typeface="Times New Roman"/>
              <a:cs typeface="Times New Roman"/>
              <a:sym typeface="Times New Roman"/>
            </a:endParaRPr>
          </a:p>
        </p:txBody>
      </p:sp>
      <p:sp>
        <p:nvSpPr>
          <p:cNvPr id="62" name="Google Shape;62;p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a:noFill/>
          </a:ln>
        </p:spPr>
      </p:sp>
      <p:sp>
        <p:nvSpPr>
          <p:cNvPr id="63" name="Google Shape;63;p2: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8" name="Shape 68"/>
        <p:cNvGrpSpPr/>
        <p:nvPr/>
      </p:nvGrpSpPr>
      <p:grpSpPr>
        <a:xfrm>
          <a:off x="0" y="0"/>
          <a:ext cx="0" cy="0"/>
          <a:chOff x="0" y="0"/>
          <a:chExt cx="0" cy="0"/>
        </a:xfrm>
      </p:grpSpPr>
      <p:sp>
        <p:nvSpPr>
          <p:cNvPr id="69" name="Google Shape;69;p3: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70" name="Google Shape;70;p3: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4: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87" name="Google Shape;87;p4: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6" name="Shape 96"/>
        <p:cNvGrpSpPr/>
        <p:nvPr/>
      </p:nvGrpSpPr>
      <p:grpSpPr>
        <a:xfrm>
          <a:off x="0" y="0"/>
          <a:ext cx="0" cy="0"/>
          <a:chOff x="0" y="0"/>
          <a:chExt cx="0" cy="0"/>
        </a:xfrm>
      </p:grpSpPr>
      <p:sp>
        <p:nvSpPr>
          <p:cNvPr id="97" name="Google Shape;97;p5: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98" name="Google Shape;98;p5: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1" name="Shape 121"/>
        <p:cNvGrpSpPr/>
        <p:nvPr/>
      </p:nvGrpSpPr>
      <p:grpSpPr>
        <a:xfrm>
          <a:off x="0" y="0"/>
          <a:ext cx="0" cy="0"/>
          <a:chOff x="0" y="0"/>
          <a:chExt cx="0" cy="0"/>
        </a:xfrm>
      </p:grpSpPr>
      <p:sp>
        <p:nvSpPr>
          <p:cNvPr id="122" name="Google Shape;122;p6: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23" name="Google Shape;123;p6: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9" name="Shape 129"/>
        <p:cNvGrpSpPr/>
        <p:nvPr/>
      </p:nvGrpSpPr>
      <p:grpSpPr>
        <a:xfrm>
          <a:off x="0" y="0"/>
          <a:ext cx="0" cy="0"/>
          <a:chOff x="0" y="0"/>
          <a:chExt cx="0" cy="0"/>
        </a:xfrm>
      </p:grpSpPr>
      <p:sp>
        <p:nvSpPr>
          <p:cNvPr id="130" name="Google Shape;130;p7: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31" name="Google Shape;131;p7: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1" name="Shape 161"/>
        <p:cNvGrpSpPr/>
        <p:nvPr/>
      </p:nvGrpSpPr>
      <p:grpSpPr>
        <a:xfrm>
          <a:off x="0" y="0"/>
          <a:ext cx="0" cy="0"/>
          <a:chOff x="0" y="0"/>
          <a:chExt cx="0" cy="0"/>
        </a:xfrm>
      </p:grpSpPr>
      <p:sp>
        <p:nvSpPr>
          <p:cNvPr id="162" name="Google Shape;162;p8: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miter lim="8000"/>
            <a:headEnd len="sm" w="sm" type="none"/>
            <a:tailEnd len="sm" w="sm" type="none"/>
          </a:ln>
        </p:spPr>
      </p:sp>
      <p:sp>
        <p:nvSpPr>
          <p:cNvPr id="163" name="Google Shape;163;p8:notes"/>
          <p:cNvSpPr txBox="1"/>
          <p:nvPr>
            <p:ph idx="1" type="body"/>
          </p:nvPr>
        </p:nvSpPr>
        <p:spPr>
          <a:xfrm>
            <a:off x="914400" y="4343400"/>
            <a:ext cx="5029200" cy="4114800"/>
          </a:xfrm>
          <a:prstGeom prst="rect">
            <a:avLst/>
          </a:prstGeom>
          <a:noFill/>
          <a:ln>
            <a:noFill/>
          </a:ln>
        </p:spPr>
        <p:txBody>
          <a:bodyPr anchorCtr="0" anchor="t" bIns="45700" lIns="91425" spcFirstLastPara="1" rIns="91425" wrap="square" tIns="45700">
            <a:normAutofit/>
          </a:bodyPr>
          <a:lstStyle/>
          <a:p>
            <a:pPr indent="0" lvl="0" marL="0" rtl="0" algn="l">
              <a:spcBef>
                <a:spcPts val="0"/>
              </a:spcBef>
              <a:spcAft>
                <a:spcPts val="0"/>
              </a:spcAft>
              <a:buNone/>
            </a:pPr>
            <a:r>
              <a:t/>
            </a:r>
            <a:endParaRPr/>
          </a:p>
        </p:txBody>
      </p:sp>
      <p:sp>
        <p:nvSpPr>
          <p:cNvPr id="164" name="Google Shape;164;p8:notes"/>
          <p:cNvSpPr txBox="1"/>
          <p:nvPr>
            <p:ph idx="12" type="sldNum"/>
          </p:nvPr>
        </p:nvSpPr>
        <p:spPr>
          <a:xfrm>
            <a:off x="3886200" y="8686800"/>
            <a:ext cx="2971800" cy="457200"/>
          </a:xfrm>
          <a:prstGeom prst="rect">
            <a:avLst/>
          </a:prstGeom>
          <a:noFill/>
          <a:ln>
            <a:noFill/>
          </a:ln>
        </p:spPr>
        <p:txBody>
          <a:bodyPr anchorCtr="0" anchor="b" bIns="45700" lIns="91425" spcFirstLastPara="1" rIns="91425" wrap="square" tIns="45700">
            <a:noAutofit/>
          </a:bodyPr>
          <a:lstStyle/>
          <a:p>
            <a:pPr indent="0" lvl="0" marL="0" rtl="0" algn="r">
              <a:spcBef>
                <a:spcPts val="0"/>
              </a:spcBef>
              <a:spcAft>
                <a:spcPts val="0"/>
              </a:spcAft>
              <a:buNone/>
            </a:pPr>
            <a:fld id="{00000000-1234-1234-1234-123412341234}" type="slidenum">
              <a:rPr lang="es-CL"/>
              <a:t>‹#›</a:t>
            </a:fld>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1" name="Shape 171"/>
        <p:cNvGrpSpPr/>
        <p:nvPr/>
      </p:nvGrpSpPr>
      <p:grpSpPr>
        <a:xfrm>
          <a:off x="0" y="0"/>
          <a:ext cx="0" cy="0"/>
          <a:chOff x="0" y="0"/>
          <a:chExt cx="0" cy="0"/>
        </a:xfrm>
      </p:grpSpPr>
      <p:sp>
        <p:nvSpPr>
          <p:cNvPr id="172" name="Google Shape;172;p9: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73" name="Google Shape;173;p9: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8" name="Shape 178"/>
        <p:cNvGrpSpPr/>
        <p:nvPr/>
      </p:nvGrpSpPr>
      <p:grpSpPr>
        <a:xfrm>
          <a:off x="0" y="0"/>
          <a:ext cx="0" cy="0"/>
          <a:chOff x="0" y="0"/>
          <a:chExt cx="0" cy="0"/>
        </a:xfrm>
      </p:grpSpPr>
      <p:sp>
        <p:nvSpPr>
          <p:cNvPr id="179" name="Google Shape;179;p10: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0" name="Google Shape;180;p10: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6" name="Shape 186"/>
        <p:cNvGrpSpPr/>
        <p:nvPr/>
      </p:nvGrpSpPr>
      <p:grpSpPr>
        <a:xfrm>
          <a:off x="0" y="0"/>
          <a:ext cx="0" cy="0"/>
          <a:chOff x="0" y="0"/>
          <a:chExt cx="0" cy="0"/>
        </a:xfrm>
      </p:grpSpPr>
      <p:sp>
        <p:nvSpPr>
          <p:cNvPr id="187" name="Google Shape;187;p11: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88" name="Google Shape;188;p11: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4" name="Shape 194"/>
        <p:cNvGrpSpPr/>
        <p:nvPr/>
      </p:nvGrpSpPr>
      <p:grpSpPr>
        <a:xfrm>
          <a:off x="0" y="0"/>
          <a:ext cx="0" cy="0"/>
          <a:chOff x="0" y="0"/>
          <a:chExt cx="0" cy="0"/>
        </a:xfrm>
      </p:grpSpPr>
      <p:sp>
        <p:nvSpPr>
          <p:cNvPr id="195" name="Google Shape;195;p12:notes"/>
          <p:cNvSpPr txBox="1"/>
          <p:nvPr>
            <p:ph idx="1" type="body"/>
          </p:nvPr>
        </p:nvSpPr>
        <p:spPr>
          <a:xfrm>
            <a:off x="914400" y="4343400"/>
            <a:ext cx="5029200" cy="4114800"/>
          </a:xfrm>
          <a:prstGeom prst="rect">
            <a:avLst/>
          </a:prstGeom>
        </p:spPr>
        <p:txBody>
          <a:bodyPr anchorCtr="0" anchor="t" bIns="45700" lIns="91425" spcFirstLastPara="1" rIns="91425" wrap="square" tIns="45700">
            <a:noAutofit/>
          </a:bodyPr>
          <a:lstStyle/>
          <a:p>
            <a:pPr indent="0" lvl="0" marL="0" rtl="0" algn="l">
              <a:spcBef>
                <a:spcPts val="360"/>
              </a:spcBef>
              <a:spcAft>
                <a:spcPts val="0"/>
              </a:spcAft>
              <a:buNone/>
            </a:pPr>
            <a:r>
              <a:t/>
            </a:r>
            <a:endParaRPr/>
          </a:p>
        </p:txBody>
      </p:sp>
      <p:sp>
        <p:nvSpPr>
          <p:cNvPr id="196" name="Google Shape;196;p12:notes"/>
          <p:cNvSpPr/>
          <p:nvPr>
            <p:ph idx="2" type="sldImg"/>
          </p:nvPr>
        </p:nvSpPr>
        <p:spPr>
          <a:xfrm>
            <a:off x="1143000" y="685800"/>
            <a:ext cx="4572000" cy="3429000"/>
          </a:xfrm>
          <a:custGeom>
            <a:rect b="b" l="l" r="r" t="t"/>
            <a:pathLst>
              <a:path extrusionOk="0" h="120000" w="12000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iapositiva de título" type="title">
  <p:cSld name="TITLE">
    <p:spTree>
      <p:nvGrpSpPr>
        <p:cNvPr id="12" name="Shape 12"/>
        <p:cNvGrpSpPr/>
        <p:nvPr/>
      </p:nvGrpSpPr>
      <p:grpSpPr>
        <a:xfrm>
          <a:off x="0" y="0"/>
          <a:ext cx="0" cy="0"/>
          <a:chOff x="0" y="0"/>
          <a:chExt cx="0" cy="0"/>
        </a:xfrm>
      </p:grpSpPr>
      <p:sp>
        <p:nvSpPr>
          <p:cNvPr id="13" name="Google Shape;13;p14"/>
          <p:cNvSpPr txBox="1"/>
          <p:nvPr>
            <p:ph type="ctrTitle"/>
          </p:nvPr>
        </p:nvSpPr>
        <p:spPr>
          <a:xfrm>
            <a:off x="685800" y="2130425"/>
            <a:ext cx="7772400" cy="1470025"/>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
        <p:nvSpPr>
          <p:cNvPr id="14" name="Google Shape;14;p14"/>
          <p:cNvSpPr txBox="1"/>
          <p:nvPr>
            <p:ph idx="1" type="subTitle"/>
          </p:nvPr>
        </p:nvSpPr>
        <p:spPr>
          <a:xfrm>
            <a:off x="1371600" y="3886200"/>
            <a:ext cx="6400800" cy="1752600"/>
          </a:xfrm>
          <a:prstGeom prst="rect">
            <a:avLst/>
          </a:prstGeom>
          <a:noFill/>
          <a:ln>
            <a:noFill/>
          </a:ln>
        </p:spPr>
        <p:txBody>
          <a:bodyPr anchorCtr="0" anchor="t" bIns="45700" lIns="91425" spcFirstLastPara="1" rIns="91425" wrap="square" tIns="45700">
            <a:noAutofit/>
          </a:bodyPr>
          <a:lstStyle>
            <a:lvl1pPr lvl="0" marR="0" rtl="0" algn="ctr">
              <a:spcBef>
                <a:spcPts val="560"/>
              </a:spcBef>
              <a:spcAft>
                <a:spcPts val="0"/>
              </a:spcAft>
              <a:buClr>
                <a:schemeClr val="dk1"/>
              </a:buClr>
              <a:buSzPts val="1400"/>
              <a:buFont typeface="Noto Sans Symbols"/>
              <a:buNone/>
              <a:defRPr b="0" i="0" sz="2800" u="none" cap="none" strike="noStrike">
                <a:solidFill>
                  <a:schemeClr val="dk1"/>
                </a:solidFill>
                <a:latin typeface="Arial"/>
                <a:ea typeface="Arial"/>
                <a:cs typeface="Arial"/>
                <a:sym typeface="Arial"/>
              </a:defRPr>
            </a:lvl1pPr>
            <a:lvl2pPr lvl="1" marR="0" rtl="0" algn="ctr">
              <a:spcBef>
                <a:spcPts val="400"/>
              </a:spcBef>
              <a:spcAft>
                <a:spcPts val="0"/>
              </a:spcAft>
              <a:buClr>
                <a:schemeClr val="dk1"/>
              </a:buClr>
              <a:buSzPts val="1400"/>
              <a:buFont typeface="Noto Sans Symbols"/>
              <a:buNone/>
              <a:defRPr b="0" i="0" sz="2000" u="none" cap="none" strike="noStrike">
                <a:solidFill>
                  <a:schemeClr val="dk1"/>
                </a:solidFill>
                <a:latin typeface="Arial"/>
                <a:ea typeface="Arial"/>
                <a:cs typeface="Arial"/>
                <a:sym typeface="Arial"/>
              </a:defRPr>
            </a:lvl2pPr>
            <a:lvl3pPr lvl="2" marR="0" rtl="0" algn="ctr">
              <a:spcBef>
                <a:spcPts val="400"/>
              </a:spcBef>
              <a:spcAft>
                <a:spcPts val="0"/>
              </a:spcAft>
              <a:buClr>
                <a:schemeClr val="dk1"/>
              </a:buClr>
              <a:buSzPts val="2000"/>
              <a:buFont typeface="Arial"/>
              <a:buNone/>
              <a:defRPr b="0" i="0" sz="2000" u="none" cap="none" strike="noStrike">
                <a:solidFill>
                  <a:schemeClr val="dk1"/>
                </a:solidFill>
                <a:latin typeface="Arial"/>
                <a:ea typeface="Arial"/>
                <a:cs typeface="Arial"/>
                <a:sym typeface="Arial"/>
              </a:defRPr>
            </a:lvl3pPr>
            <a:lvl4pPr lvl="3" marR="0" rtl="0" algn="ctr">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4pPr>
            <a:lvl5pPr lvl="4" marR="0" rtl="0" algn="ctr">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5pPr>
            <a:lvl6pPr lvl="5" marR="0" rtl="0" algn="ctr">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6pPr>
            <a:lvl7pPr lvl="6" marR="0" rtl="0" algn="ctr">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7pPr>
            <a:lvl8pPr lvl="7" marR="0" rtl="0" algn="ctr">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8pPr>
            <a:lvl9pPr lvl="8" marR="0" rtl="0" algn="ctr">
              <a:spcBef>
                <a:spcPts val="360"/>
              </a:spcBef>
              <a:spcAft>
                <a:spcPts val="0"/>
              </a:spcAft>
              <a:buClr>
                <a:schemeClr val="dk1"/>
              </a:buClr>
              <a:buSzPts val="1800"/>
              <a:buFont typeface="Arial"/>
              <a:buNone/>
              <a:defRPr b="0" i="0" sz="1800" u="none" cap="none" strike="noStrike">
                <a:solidFill>
                  <a:schemeClr val="dk1"/>
                </a:solidFill>
                <a:latin typeface="Arial"/>
                <a:ea typeface="Arial"/>
                <a:cs typeface="Arial"/>
                <a:sym typeface="Arial"/>
              </a:defRPr>
            </a:lvl9pPr>
          </a:lstStyle>
          <a:p/>
        </p:txBody>
      </p:sp>
    </p:spTree>
  </p:cSld>
  <p:clrMapOvr>
    <a:masterClrMapping/>
  </p:clrMapOvr>
  <p:transition>
    <p:fade/>
  </p:transition>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objetos" type="obj">
  <p:cSld name="OBJECT">
    <p:spTree>
      <p:nvGrpSpPr>
        <p:cNvPr id="15" name="Shape 15"/>
        <p:cNvGrpSpPr/>
        <p:nvPr/>
      </p:nvGrpSpPr>
      <p:grpSpPr>
        <a:xfrm>
          <a:off x="0" y="0"/>
          <a:ext cx="0" cy="0"/>
          <a:chOff x="0" y="0"/>
          <a:chExt cx="0" cy="0"/>
        </a:xfrm>
      </p:grpSpPr>
      <p:sp>
        <p:nvSpPr>
          <p:cNvPr id="16" name="Google Shape;16;p1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
        <p:nvSpPr>
          <p:cNvPr id="17" name="Google Shape;17;p15"/>
          <p:cNvSpPr txBox="1"/>
          <p:nvPr>
            <p:ph idx="1" type="body"/>
          </p:nvPr>
        </p:nvSpPr>
        <p:spPr>
          <a:xfrm>
            <a:off x="457200" y="1600200"/>
            <a:ext cx="8229600" cy="4525963"/>
          </a:xfrm>
          <a:prstGeom prst="rect">
            <a:avLst/>
          </a:prstGeom>
          <a:noFill/>
          <a:ln>
            <a:noFill/>
          </a:ln>
        </p:spPr>
        <p:txBody>
          <a:bodyPr anchorCtr="0" anchor="t" bIns="45700" lIns="91425" spcFirstLastPara="1" rIns="91425" wrap="square" tIns="45700">
            <a:noAutofit/>
          </a:bodyPr>
          <a:lstStyle>
            <a:lvl1pPr indent="-317500" lvl="0" marL="457200" marR="0" rtl="0" algn="l">
              <a:spcBef>
                <a:spcPts val="560"/>
              </a:spcBef>
              <a:spcAft>
                <a:spcPts val="0"/>
              </a:spcAft>
              <a:buClr>
                <a:schemeClr val="dk1"/>
              </a:buClr>
              <a:buSzPts val="1400"/>
              <a:buFont typeface="Noto Sans Symbols"/>
              <a:buChar char="❑"/>
              <a:defRPr b="0" i="0" sz="2800" u="none" cap="none" strike="noStrike">
                <a:solidFill>
                  <a:schemeClr val="dk1"/>
                </a:solidFill>
                <a:latin typeface="Arial"/>
                <a:ea typeface="Arial"/>
                <a:cs typeface="Arial"/>
                <a:sym typeface="Arial"/>
              </a:defRPr>
            </a:lvl1pPr>
            <a:lvl2pPr indent="-317500" lvl="1" marL="914400" marR="0" rtl="0" algn="l">
              <a:spcBef>
                <a:spcPts val="400"/>
              </a:spcBef>
              <a:spcAft>
                <a:spcPts val="0"/>
              </a:spcAft>
              <a:buClr>
                <a:schemeClr val="dk1"/>
              </a:buClr>
              <a:buSzPts val="1400"/>
              <a:buFont typeface="Noto Sans Symbols"/>
              <a:buChar char="✔"/>
              <a:defRPr b="0" i="0" sz="20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transition>
    <p:fade/>
  </p:transition>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cabezado de sección" type="secHead">
  <p:cSld name="SECTION_HEADER">
    <p:spTree>
      <p:nvGrpSpPr>
        <p:cNvPr id="18" name="Shape 18"/>
        <p:cNvGrpSpPr/>
        <p:nvPr/>
      </p:nvGrpSpPr>
      <p:grpSpPr>
        <a:xfrm>
          <a:off x="0" y="0"/>
          <a:ext cx="0" cy="0"/>
          <a:chOff x="0" y="0"/>
          <a:chExt cx="0" cy="0"/>
        </a:xfrm>
      </p:grpSpPr>
      <p:sp>
        <p:nvSpPr>
          <p:cNvPr id="19" name="Google Shape;19;p16"/>
          <p:cNvSpPr txBox="1"/>
          <p:nvPr>
            <p:ph type="title"/>
          </p:nvPr>
        </p:nvSpPr>
        <p:spPr>
          <a:xfrm>
            <a:off x="722313" y="4406900"/>
            <a:ext cx="7772400" cy="1362075"/>
          </a:xfrm>
          <a:prstGeom prst="rect">
            <a:avLst/>
          </a:prstGeom>
          <a:noFill/>
          <a:ln>
            <a:noFill/>
          </a:ln>
        </p:spPr>
        <p:txBody>
          <a:bodyPr anchorCtr="0" anchor="t" bIns="45700" lIns="91425" spcFirstLastPara="1" rIns="91425" wrap="square" tIns="45700">
            <a:noAutofit/>
          </a:bodyPr>
          <a:lstStyle>
            <a:lvl1pPr lvl="0" marR="0" rtl="0" algn="l">
              <a:spcBef>
                <a:spcPts val="0"/>
              </a:spcBef>
              <a:spcAft>
                <a:spcPts val="0"/>
              </a:spcAft>
              <a:buSzPts val="1400"/>
              <a:buNone/>
              <a:defRPr b="1" i="0" sz="40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
        <p:nvSpPr>
          <p:cNvPr id="20" name="Google Shape;20;p16"/>
          <p:cNvSpPr txBox="1"/>
          <p:nvPr>
            <p:ph idx="1" type="body"/>
          </p:nvPr>
        </p:nvSpPr>
        <p:spPr>
          <a:xfrm>
            <a:off x="722313" y="2906713"/>
            <a:ext cx="7772400" cy="1500187"/>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00"/>
              </a:spcBef>
              <a:spcAft>
                <a:spcPts val="0"/>
              </a:spcAft>
              <a:buClr>
                <a:schemeClr val="dk1"/>
              </a:buClr>
              <a:buSzPts val="1000"/>
              <a:buFont typeface="Noto Sans Symbols"/>
              <a:buNone/>
              <a:defRPr b="0" i="0" sz="2000" u="none" cap="none" strike="noStrike">
                <a:solidFill>
                  <a:schemeClr val="dk1"/>
                </a:solidFill>
                <a:latin typeface="Arial"/>
                <a:ea typeface="Arial"/>
                <a:cs typeface="Arial"/>
                <a:sym typeface="Arial"/>
              </a:defRPr>
            </a:lvl1pPr>
            <a:lvl2pPr indent="-228600" lvl="1" marL="914400" marR="0" rtl="0" algn="l">
              <a:spcBef>
                <a:spcPts val="360"/>
              </a:spcBef>
              <a:spcAft>
                <a:spcPts val="0"/>
              </a:spcAft>
              <a:buClr>
                <a:schemeClr val="dk1"/>
              </a:buClr>
              <a:buSzPts val="1260"/>
              <a:buFont typeface="Noto Sans Symbols"/>
              <a:buNone/>
              <a:defRPr b="0" i="0" sz="1800" u="none" cap="none" strike="noStrike">
                <a:solidFill>
                  <a:schemeClr val="dk1"/>
                </a:solidFill>
                <a:latin typeface="Arial"/>
                <a:ea typeface="Arial"/>
                <a:cs typeface="Arial"/>
                <a:sym typeface="Arial"/>
              </a:defRPr>
            </a:lvl2pPr>
            <a:lvl3pPr indent="-228600" lvl="2" marL="1371600" marR="0" rtl="0" algn="l">
              <a:spcBef>
                <a:spcPts val="320"/>
              </a:spcBef>
              <a:spcAft>
                <a:spcPts val="0"/>
              </a:spcAft>
              <a:buClr>
                <a:schemeClr val="dk1"/>
              </a:buClr>
              <a:buSzPts val="1600"/>
              <a:buFont typeface="Arial"/>
              <a:buNone/>
              <a:defRPr b="0" i="0" sz="1600" u="none" cap="none" strike="noStrike">
                <a:solidFill>
                  <a:schemeClr val="dk1"/>
                </a:solidFill>
                <a:latin typeface="Arial"/>
                <a:ea typeface="Arial"/>
                <a:cs typeface="Arial"/>
                <a:sym typeface="Arial"/>
              </a:defRPr>
            </a:lvl3pPr>
            <a:lvl4pPr indent="-228600" lvl="3" marL="18288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4pPr>
            <a:lvl5pPr indent="-228600" lvl="4" marL="22860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5pPr>
            <a:lvl6pPr indent="-228600" lvl="5" marL="27432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6pPr>
            <a:lvl7pPr indent="-228600" lvl="6" marL="32004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7pPr>
            <a:lvl8pPr indent="-228600" lvl="7" marL="36576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8pPr>
            <a:lvl9pPr indent="-228600" lvl="8" marL="4114800" marR="0" rtl="0" algn="l">
              <a:spcBef>
                <a:spcPts val="280"/>
              </a:spcBef>
              <a:spcAft>
                <a:spcPts val="0"/>
              </a:spcAft>
              <a:buClr>
                <a:schemeClr val="dk1"/>
              </a:buClr>
              <a:buSzPts val="1400"/>
              <a:buFont typeface="Arial"/>
              <a:buNone/>
              <a:defRPr b="0" i="0" sz="1400" u="none" cap="none" strike="noStrike">
                <a:solidFill>
                  <a:schemeClr val="dk1"/>
                </a:solidFill>
                <a:latin typeface="Arial"/>
                <a:ea typeface="Arial"/>
                <a:cs typeface="Arial"/>
                <a:sym typeface="Arial"/>
              </a:defRPr>
            </a:lvl9pPr>
          </a:lstStyle>
          <a:p/>
        </p:txBody>
      </p:sp>
    </p:spTree>
  </p:cSld>
  <p:clrMapOvr>
    <a:masterClrMapping/>
  </p:clrMapOvr>
  <p:transition>
    <p:fade/>
  </p:transition>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Dos objetos" type="twoObj">
  <p:cSld name="TWO_OBJECTS">
    <p:spTree>
      <p:nvGrpSpPr>
        <p:cNvPr id="21" name="Shape 21"/>
        <p:cNvGrpSpPr/>
        <p:nvPr/>
      </p:nvGrpSpPr>
      <p:grpSpPr>
        <a:xfrm>
          <a:off x="0" y="0"/>
          <a:ext cx="0" cy="0"/>
          <a:chOff x="0" y="0"/>
          <a:chExt cx="0" cy="0"/>
        </a:xfrm>
      </p:grpSpPr>
      <p:sp>
        <p:nvSpPr>
          <p:cNvPr id="22" name="Google Shape;22;p17"/>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
        <p:nvSpPr>
          <p:cNvPr id="23" name="Google Shape;23;p17"/>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17500" lvl="0" marL="457200" marR="0" rtl="0" algn="l">
              <a:spcBef>
                <a:spcPts val="560"/>
              </a:spcBef>
              <a:spcAft>
                <a:spcPts val="0"/>
              </a:spcAft>
              <a:buClr>
                <a:schemeClr val="dk1"/>
              </a:buClr>
              <a:buSzPts val="1400"/>
              <a:buFont typeface="Noto Sans Symbols"/>
              <a:buChar char="❑"/>
              <a:defRPr b="0" i="0" sz="2800" u="none" cap="none" strike="noStrike">
                <a:solidFill>
                  <a:schemeClr val="dk1"/>
                </a:solidFill>
                <a:latin typeface="Arial"/>
                <a:ea typeface="Arial"/>
                <a:cs typeface="Arial"/>
                <a:sym typeface="Arial"/>
              </a:defRPr>
            </a:lvl1pPr>
            <a:lvl2pPr indent="-335280" lvl="1" marL="914400" marR="0" rtl="0" algn="l">
              <a:spcBef>
                <a:spcPts val="480"/>
              </a:spcBef>
              <a:spcAft>
                <a:spcPts val="0"/>
              </a:spcAft>
              <a:buClr>
                <a:schemeClr val="dk1"/>
              </a:buClr>
              <a:buSzPts val="1680"/>
              <a:buFont typeface="Noto Sans Symbols"/>
              <a:buChar char="✔"/>
              <a:defRPr b="0" i="0" sz="24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24" name="Google Shape;24;p17"/>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17500" lvl="0" marL="457200" marR="0" rtl="0" algn="l">
              <a:spcBef>
                <a:spcPts val="560"/>
              </a:spcBef>
              <a:spcAft>
                <a:spcPts val="0"/>
              </a:spcAft>
              <a:buClr>
                <a:schemeClr val="dk1"/>
              </a:buClr>
              <a:buSzPts val="1400"/>
              <a:buFont typeface="Noto Sans Symbols"/>
              <a:buChar char="❑"/>
              <a:defRPr b="0" i="0" sz="2800" u="none" cap="none" strike="noStrike">
                <a:solidFill>
                  <a:schemeClr val="dk1"/>
                </a:solidFill>
                <a:latin typeface="Arial"/>
                <a:ea typeface="Arial"/>
                <a:cs typeface="Arial"/>
                <a:sym typeface="Arial"/>
              </a:defRPr>
            </a:lvl1pPr>
            <a:lvl2pPr indent="-335280" lvl="1" marL="914400" marR="0" rtl="0" algn="l">
              <a:spcBef>
                <a:spcPts val="480"/>
              </a:spcBef>
              <a:spcAft>
                <a:spcPts val="0"/>
              </a:spcAft>
              <a:buClr>
                <a:schemeClr val="dk1"/>
              </a:buClr>
              <a:buSzPts val="1680"/>
              <a:buFont typeface="Noto Sans Symbols"/>
              <a:buChar char="✔"/>
              <a:defRPr b="0" i="0" sz="24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transition>
    <p:fade/>
  </p:transition>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mparación" type="twoTxTwoObj">
  <p:cSld name="TWO_OBJECTS_WITH_TEXT">
    <p:spTree>
      <p:nvGrpSpPr>
        <p:cNvPr id="25" name="Shape 25"/>
        <p:cNvGrpSpPr/>
        <p:nvPr/>
      </p:nvGrpSpPr>
      <p:grpSpPr>
        <a:xfrm>
          <a:off x="0" y="0"/>
          <a:ext cx="0" cy="0"/>
          <a:chOff x="0" y="0"/>
          <a:chExt cx="0" cy="0"/>
        </a:xfrm>
      </p:grpSpPr>
      <p:sp>
        <p:nvSpPr>
          <p:cNvPr id="26" name="Google Shape;26;p18"/>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
        <p:nvSpPr>
          <p:cNvPr id="27" name="Google Shape;27;p18"/>
          <p:cNvSpPr txBox="1"/>
          <p:nvPr>
            <p:ph idx="1" type="body"/>
          </p:nvPr>
        </p:nvSpPr>
        <p:spPr>
          <a:xfrm>
            <a:off x="457200" y="1535113"/>
            <a:ext cx="4040188"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1200"/>
              <a:buFont typeface="Noto Sans Symbols"/>
              <a:buNone/>
              <a:defRPr b="1" i="0" sz="2400" u="none" cap="none" strike="noStrike">
                <a:solidFill>
                  <a:schemeClr val="dk1"/>
                </a:solidFill>
                <a:latin typeface="Arial"/>
                <a:ea typeface="Arial"/>
                <a:cs typeface="Arial"/>
                <a:sym typeface="Arial"/>
              </a:defRPr>
            </a:lvl1pPr>
            <a:lvl2pPr indent="-228600" lvl="1" marL="914400" marR="0" rtl="0" algn="l">
              <a:spcBef>
                <a:spcPts val="400"/>
              </a:spcBef>
              <a:spcAft>
                <a:spcPts val="0"/>
              </a:spcAft>
              <a:buClr>
                <a:schemeClr val="dk1"/>
              </a:buClr>
              <a:buSzPts val="1400"/>
              <a:buFont typeface="Noto Sans Symbols"/>
              <a:buNone/>
              <a:defRPr b="1" i="0" sz="20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28" name="Google Shape;28;p18"/>
          <p:cNvSpPr txBox="1"/>
          <p:nvPr>
            <p:ph idx="2" type="body"/>
          </p:nvPr>
        </p:nvSpPr>
        <p:spPr>
          <a:xfrm>
            <a:off x="457200" y="2174875"/>
            <a:ext cx="4040188" cy="3951288"/>
          </a:xfrm>
          <a:prstGeom prst="rect">
            <a:avLst/>
          </a:prstGeom>
          <a:noFill/>
          <a:ln>
            <a:noFill/>
          </a:ln>
        </p:spPr>
        <p:txBody>
          <a:bodyPr anchorCtr="0" anchor="t" bIns="45700" lIns="91425" spcFirstLastPara="1" rIns="91425" wrap="square" tIns="45700">
            <a:noAutofit/>
          </a:bodyPr>
          <a:lstStyle>
            <a:lvl1pPr indent="-304800" lvl="0" marL="457200" marR="0" rtl="0" algn="l">
              <a:spcBef>
                <a:spcPts val="480"/>
              </a:spcBef>
              <a:spcAft>
                <a:spcPts val="0"/>
              </a:spcAft>
              <a:buClr>
                <a:schemeClr val="dk1"/>
              </a:buClr>
              <a:buSzPts val="1200"/>
              <a:buFont typeface="Noto Sans Symbols"/>
              <a:buChar char="❑"/>
              <a:defRPr b="0" i="0" sz="2400" u="none" cap="none" strike="noStrike">
                <a:solidFill>
                  <a:schemeClr val="dk1"/>
                </a:solidFill>
                <a:latin typeface="Arial"/>
                <a:ea typeface="Arial"/>
                <a:cs typeface="Arial"/>
                <a:sym typeface="Arial"/>
              </a:defRPr>
            </a:lvl1pPr>
            <a:lvl2pPr indent="-317500" lvl="1" marL="914400" marR="0" rtl="0" algn="l">
              <a:spcBef>
                <a:spcPts val="400"/>
              </a:spcBef>
              <a:spcAft>
                <a:spcPts val="0"/>
              </a:spcAft>
              <a:buClr>
                <a:schemeClr val="dk1"/>
              </a:buClr>
              <a:buSzPts val="1400"/>
              <a:buFont typeface="Noto Sans Symbols"/>
              <a:buChar char="✔"/>
              <a:defRPr b="0" i="0" sz="20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
        <p:nvSpPr>
          <p:cNvPr id="29" name="Google Shape;29;p18"/>
          <p:cNvSpPr txBox="1"/>
          <p:nvPr>
            <p:ph idx="3" type="body"/>
          </p:nvPr>
        </p:nvSpPr>
        <p:spPr>
          <a:xfrm>
            <a:off x="4645025" y="1535113"/>
            <a:ext cx="4041775" cy="639762"/>
          </a:xfrm>
          <a:prstGeom prst="rect">
            <a:avLst/>
          </a:prstGeom>
          <a:noFill/>
          <a:ln>
            <a:noFill/>
          </a:ln>
        </p:spPr>
        <p:txBody>
          <a:bodyPr anchorCtr="0" anchor="b" bIns="45700" lIns="91425" spcFirstLastPara="1" rIns="91425" wrap="square" tIns="45700">
            <a:noAutofit/>
          </a:bodyPr>
          <a:lstStyle>
            <a:lvl1pPr indent="-228600" lvl="0" marL="457200" marR="0" rtl="0" algn="l">
              <a:spcBef>
                <a:spcPts val="480"/>
              </a:spcBef>
              <a:spcAft>
                <a:spcPts val="0"/>
              </a:spcAft>
              <a:buClr>
                <a:schemeClr val="dk1"/>
              </a:buClr>
              <a:buSzPts val="1200"/>
              <a:buFont typeface="Noto Sans Symbols"/>
              <a:buNone/>
              <a:defRPr b="1" i="0" sz="2400" u="none" cap="none" strike="noStrike">
                <a:solidFill>
                  <a:schemeClr val="dk1"/>
                </a:solidFill>
                <a:latin typeface="Arial"/>
                <a:ea typeface="Arial"/>
                <a:cs typeface="Arial"/>
                <a:sym typeface="Arial"/>
              </a:defRPr>
            </a:lvl1pPr>
            <a:lvl2pPr indent="-228600" lvl="1" marL="914400" marR="0" rtl="0" algn="l">
              <a:spcBef>
                <a:spcPts val="400"/>
              </a:spcBef>
              <a:spcAft>
                <a:spcPts val="0"/>
              </a:spcAft>
              <a:buClr>
                <a:schemeClr val="dk1"/>
              </a:buClr>
              <a:buSzPts val="1400"/>
              <a:buFont typeface="Noto Sans Symbols"/>
              <a:buNone/>
              <a:defRPr b="1" i="0" sz="2000" u="none" cap="none" strike="noStrike">
                <a:solidFill>
                  <a:schemeClr val="dk1"/>
                </a:solidFill>
                <a:latin typeface="Arial"/>
                <a:ea typeface="Arial"/>
                <a:cs typeface="Arial"/>
                <a:sym typeface="Arial"/>
              </a:defRPr>
            </a:lvl2pPr>
            <a:lvl3pPr indent="-228600" lvl="2" marL="1371600" marR="0" rtl="0" algn="l">
              <a:spcBef>
                <a:spcPts val="360"/>
              </a:spcBef>
              <a:spcAft>
                <a:spcPts val="0"/>
              </a:spcAft>
              <a:buClr>
                <a:schemeClr val="dk1"/>
              </a:buClr>
              <a:buSzPts val="1800"/>
              <a:buFont typeface="Arial"/>
              <a:buNone/>
              <a:defRPr b="1" i="0" sz="1800" u="none" cap="none" strike="noStrike">
                <a:solidFill>
                  <a:schemeClr val="dk1"/>
                </a:solidFill>
                <a:latin typeface="Arial"/>
                <a:ea typeface="Arial"/>
                <a:cs typeface="Arial"/>
                <a:sym typeface="Arial"/>
              </a:defRPr>
            </a:lvl3pPr>
            <a:lvl4pPr indent="-228600" lvl="3" marL="1828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4pPr>
            <a:lvl5pPr indent="-228600" lvl="4" marL="22860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5pPr>
            <a:lvl6pPr indent="-228600" lvl="5" marL="27432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6pPr>
            <a:lvl7pPr indent="-228600" lvl="6" marL="32004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7pPr>
            <a:lvl8pPr indent="-228600" lvl="7" marL="36576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8pPr>
            <a:lvl9pPr indent="-228600" lvl="8" marL="4114800" marR="0" rtl="0" algn="l">
              <a:spcBef>
                <a:spcPts val="320"/>
              </a:spcBef>
              <a:spcAft>
                <a:spcPts val="0"/>
              </a:spcAft>
              <a:buClr>
                <a:schemeClr val="dk1"/>
              </a:buClr>
              <a:buSzPts val="1600"/>
              <a:buFont typeface="Arial"/>
              <a:buNone/>
              <a:defRPr b="1" i="0" sz="1600" u="none" cap="none" strike="noStrike">
                <a:solidFill>
                  <a:schemeClr val="dk1"/>
                </a:solidFill>
                <a:latin typeface="Arial"/>
                <a:ea typeface="Arial"/>
                <a:cs typeface="Arial"/>
                <a:sym typeface="Arial"/>
              </a:defRPr>
            </a:lvl9pPr>
          </a:lstStyle>
          <a:p/>
        </p:txBody>
      </p:sp>
      <p:sp>
        <p:nvSpPr>
          <p:cNvPr id="30" name="Google Shape;30;p18"/>
          <p:cNvSpPr txBox="1"/>
          <p:nvPr>
            <p:ph idx="4" type="body"/>
          </p:nvPr>
        </p:nvSpPr>
        <p:spPr>
          <a:xfrm>
            <a:off x="4645025" y="2174875"/>
            <a:ext cx="4041775" cy="3951288"/>
          </a:xfrm>
          <a:prstGeom prst="rect">
            <a:avLst/>
          </a:prstGeom>
          <a:noFill/>
          <a:ln>
            <a:noFill/>
          </a:ln>
        </p:spPr>
        <p:txBody>
          <a:bodyPr anchorCtr="0" anchor="t" bIns="45700" lIns="91425" spcFirstLastPara="1" rIns="91425" wrap="square" tIns="45700">
            <a:noAutofit/>
          </a:bodyPr>
          <a:lstStyle>
            <a:lvl1pPr indent="-304800" lvl="0" marL="457200" marR="0" rtl="0" algn="l">
              <a:spcBef>
                <a:spcPts val="480"/>
              </a:spcBef>
              <a:spcAft>
                <a:spcPts val="0"/>
              </a:spcAft>
              <a:buClr>
                <a:schemeClr val="dk1"/>
              </a:buClr>
              <a:buSzPts val="1200"/>
              <a:buFont typeface="Noto Sans Symbols"/>
              <a:buChar char="❑"/>
              <a:defRPr b="0" i="0" sz="2400" u="none" cap="none" strike="noStrike">
                <a:solidFill>
                  <a:schemeClr val="dk1"/>
                </a:solidFill>
                <a:latin typeface="Arial"/>
                <a:ea typeface="Arial"/>
                <a:cs typeface="Arial"/>
                <a:sym typeface="Arial"/>
              </a:defRPr>
            </a:lvl1pPr>
            <a:lvl2pPr indent="-317500" lvl="1" marL="914400" marR="0" rtl="0" algn="l">
              <a:spcBef>
                <a:spcPts val="400"/>
              </a:spcBef>
              <a:spcAft>
                <a:spcPts val="0"/>
              </a:spcAft>
              <a:buClr>
                <a:schemeClr val="dk1"/>
              </a:buClr>
              <a:buSzPts val="1400"/>
              <a:buFont typeface="Noto Sans Symbols"/>
              <a:buChar char="✔"/>
              <a:defRPr b="0" i="0" sz="2000" u="none" cap="none" strike="noStrike">
                <a:solidFill>
                  <a:schemeClr val="dk1"/>
                </a:solidFill>
                <a:latin typeface="Arial"/>
                <a:ea typeface="Arial"/>
                <a:cs typeface="Arial"/>
                <a:sym typeface="Arial"/>
              </a:defRPr>
            </a:lvl2pPr>
            <a:lvl3pPr indent="-342900" lvl="2" marL="1371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3pPr>
            <a:lvl4pPr indent="-330200" lvl="3" marL="1828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4pPr>
            <a:lvl5pPr indent="-330200" lvl="4" marL="22860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5pPr>
            <a:lvl6pPr indent="-330200" lvl="5" marL="27432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6pPr>
            <a:lvl7pPr indent="-330200" lvl="6" marL="32004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7pPr>
            <a:lvl8pPr indent="-330200" lvl="7" marL="36576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8pPr>
            <a:lvl9pPr indent="-330200" lvl="8" marL="4114800" marR="0" rtl="0" algn="l">
              <a:spcBef>
                <a:spcPts val="320"/>
              </a:spcBef>
              <a:spcAft>
                <a:spcPts val="0"/>
              </a:spcAft>
              <a:buClr>
                <a:schemeClr val="dk1"/>
              </a:buClr>
              <a:buSzPts val="1600"/>
              <a:buFont typeface="Arial"/>
              <a:buChar char="»"/>
              <a:defRPr b="0" i="0" sz="1600" u="none" cap="none" strike="noStrike">
                <a:solidFill>
                  <a:schemeClr val="dk1"/>
                </a:solidFill>
                <a:latin typeface="Arial"/>
                <a:ea typeface="Arial"/>
                <a:cs typeface="Arial"/>
                <a:sym typeface="Arial"/>
              </a:defRPr>
            </a:lvl9pPr>
          </a:lstStyle>
          <a:p/>
        </p:txBody>
      </p:sp>
    </p:spTree>
  </p:cSld>
  <p:clrMapOvr>
    <a:masterClrMapping/>
  </p:clrMapOvr>
  <p:transition>
    <p:fade/>
  </p:transition>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ólo el título" type="titleOnly">
  <p:cSld name="TITLE_ONLY">
    <p:spTree>
      <p:nvGrpSpPr>
        <p:cNvPr id="31" name="Shape 31"/>
        <p:cNvGrpSpPr/>
        <p:nvPr/>
      </p:nvGrpSpPr>
      <p:grpSpPr>
        <a:xfrm>
          <a:off x="0" y="0"/>
          <a:ext cx="0" cy="0"/>
          <a:chOff x="0" y="0"/>
          <a:chExt cx="0" cy="0"/>
        </a:xfrm>
      </p:grpSpPr>
      <p:sp>
        <p:nvSpPr>
          <p:cNvPr id="32" name="Google Shape;32;p19"/>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Tree>
  </p:cSld>
  <p:clrMapOvr>
    <a:masterClrMapping/>
  </p:clrMapOvr>
  <p:transition>
    <p:fade/>
  </p:transition>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En blanco" type="blank">
  <p:cSld name="BLANK">
    <p:spTree>
      <p:nvGrpSpPr>
        <p:cNvPr id="33" name="Shape 33"/>
        <p:cNvGrpSpPr/>
        <p:nvPr/>
      </p:nvGrpSpPr>
      <p:grpSpPr>
        <a:xfrm>
          <a:off x="0" y="0"/>
          <a:ext cx="0" cy="0"/>
          <a:chOff x="0" y="0"/>
          <a:chExt cx="0" cy="0"/>
        </a:xfrm>
      </p:grpSpPr>
    </p:spTree>
  </p:cSld>
  <p:clrMapOvr>
    <a:masterClrMapping/>
  </p:clrMapOvr>
  <p:transition>
    <p:fade/>
  </p:transition>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ontenido con título" type="objTx">
  <p:cSld name="OBJECT_WITH_CAPTION_TEXT">
    <p:spTree>
      <p:nvGrpSpPr>
        <p:cNvPr id="34" name="Shape 34"/>
        <p:cNvGrpSpPr/>
        <p:nvPr/>
      </p:nvGrpSpPr>
      <p:grpSpPr>
        <a:xfrm>
          <a:off x="0" y="0"/>
          <a:ext cx="0" cy="0"/>
          <a:chOff x="0" y="0"/>
          <a:chExt cx="0" cy="0"/>
        </a:xfrm>
      </p:grpSpPr>
      <p:sp>
        <p:nvSpPr>
          <p:cNvPr id="35" name="Google Shape;35;p21"/>
          <p:cNvSpPr txBox="1"/>
          <p:nvPr>
            <p:ph type="title"/>
          </p:nvPr>
        </p:nvSpPr>
        <p:spPr>
          <a:xfrm>
            <a:off x="457200" y="273050"/>
            <a:ext cx="3008313" cy="1162050"/>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
        <p:nvSpPr>
          <p:cNvPr id="36" name="Google Shape;36;p21"/>
          <p:cNvSpPr txBox="1"/>
          <p:nvPr>
            <p:ph idx="1" type="body"/>
          </p:nvPr>
        </p:nvSpPr>
        <p:spPr>
          <a:xfrm>
            <a:off x="3575050" y="273050"/>
            <a:ext cx="5111750" cy="5853113"/>
          </a:xfrm>
          <a:prstGeom prst="rect">
            <a:avLst/>
          </a:prstGeom>
          <a:noFill/>
          <a:ln>
            <a:noFill/>
          </a:ln>
        </p:spPr>
        <p:txBody>
          <a:bodyPr anchorCtr="0" anchor="t" bIns="45700" lIns="91425" spcFirstLastPara="1" rIns="91425" wrap="square" tIns="45700">
            <a:noAutofit/>
          </a:bodyPr>
          <a:lstStyle>
            <a:lvl1pPr indent="-330200" lvl="0" marL="457200" marR="0" rtl="0" algn="l">
              <a:spcBef>
                <a:spcPts val="640"/>
              </a:spcBef>
              <a:spcAft>
                <a:spcPts val="0"/>
              </a:spcAft>
              <a:buClr>
                <a:schemeClr val="dk1"/>
              </a:buClr>
              <a:buSzPts val="1600"/>
              <a:buFont typeface="Noto Sans Symbols"/>
              <a:buChar char="❑"/>
              <a:defRPr b="0" i="0" sz="3200" u="none" cap="none" strike="noStrike">
                <a:solidFill>
                  <a:schemeClr val="dk1"/>
                </a:solidFill>
                <a:latin typeface="Arial"/>
                <a:ea typeface="Arial"/>
                <a:cs typeface="Arial"/>
                <a:sym typeface="Arial"/>
              </a:defRPr>
            </a:lvl1pPr>
            <a:lvl2pPr indent="-353060" lvl="1" marL="914400" marR="0" rtl="0" algn="l">
              <a:spcBef>
                <a:spcPts val="560"/>
              </a:spcBef>
              <a:spcAft>
                <a:spcPts val="0"/>
              </a:spcAft>
              <a:buClr>
                <a:schemeClr val="dk1"/>
              </a:buClr>
              <a:buSzPts val="1960"/>
              <a:buFont typeface="Noto Sans Symbols"/>
              <a:buChar char="✔"/>
              <a:defRPr b="0" i="0" sz="2800" u="none" cap="none" strike="noStrike">
                <a:solidFill>
                  <a:schemeClr val="dk1"/>
                </a:solidFill>
                <a:latin typeface="Arial"/>
                <a:ea typeface="Arial"/>
                <a:cs typeface="Arial"/>
                <a:sym typeface="Arial"/>
              </a:defRPr>
            </a:lvl2pPr>
            <a:lvl3pPr indent="-381000" lvl="2" marL="1371600" marR="0" rtl="0" algn="l">
              <a:spcBef>
                <a:spcPts val="480"/>
              </a:spcBef>
              <a:spcAft>
                <a:spcPts val="0"/>
              </a:spcAft>
              <a:buClr>
                <a:schemeClr val="dk1"/>
              </a:buClr>
              <a:buSzPts val="2400"/>
              <a:buFont typeface="Arial"/>
              <a:buChar char="•"/>
              <a:defRPr b="0" i="0" sz="2400" u="none" cap="none" strike="noStrike">
                <a:solidFill>
                  <a:schemeClr val="dk1"/>
                </a:solidFill>
                <a:latin typeface="Arial"/>
                <a:ea typeface="Arial"/>
                <a:cs typeface="Arial"/>
                <a:sym typeface="Arial"/>
              </a:defRPr>
            </a:lvl3pPr>
            <a:lvl4pPr indent="-355600" lvl="3" marL="1828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4pPr>
            <a:lvl5pPr indent="-355600" lvl="4" marL="22860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5pPr>
            <a:lvl6pPr indent="-355600" lvl="5" marL="27432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6pPr>
            <a:lvl7pPr indent="-355600" lvl="6" marL="32004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7pPr>
            <a:lvl8pPr indent="-355600" lvl="7" marL="3657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8pPr>
            <a:lvl9pPr indent="-355600" lvl="8" marL="41148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9pPr>
          </a:lstStyle>
          <a:p/>
        </p:txBody>
      </p:sp>
      <p:sp>
        <p:nvSpPr>
          <p:cNvPr id="37" name="Google Shape;37;p21"/>
          <p:cNvSpPr txBox="1"/>
          <p:nvPr>
            <p:ph idx="2" type="body"/>
          </p:nvPr>
        </p:nvSpPr>
        <p:spPr>
          <a:xfrm>
            <a:off x="457200" y="1435100"/>
            <a:ext cx="3008313" cy="4691063"/>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700"/>
              <a:buFont typeface="Noto Sans Symbols"/>
              <a:buNone/>
              <a:defRPr b="0" i="0" sz="1400" u="none" cap="none" strike="noStrike">
                <a:solidFill>
                  <a:schemeClr val="dk1"/>
                </a:solidFill>
                <a:latin typeface="Arial"/>
                <a:ea typeface="Arial"/>
                <a:cs typeface="Arial"/>
                <a:sym typeface="Arial"/>
              </a:defRPr>
            </a:lvl1pPr>
            <a:lvl2pPr indent="-228600" lvl="1" marL="914400" marR="0" rtl="0" algn="l">
              <a:spcBef>
                <a:spcPts val="240"/>
              </a:spcBef>
              <a:spcAft>
                <a:spcPts val="0"/>
              </a:spcAft>
              <a:buClr>
                <a:schemeClr val="dk1"/>
              </a:buClr>
              <a:buSzPts val="840"/>
              <a:buFont typeface="Noto Sans Symbols"/>
              <a:buNone/>
              <a:defRPr b="0" i="0" sz="1200" u="none" cap="none" strike="noStrike">
                <a:solidFill>
                  <a:schemeClr val="dk1"/>
                </a:solidFill>
                <a:latin typeface="Arial"/>
                <a:ea typeface="Arial"/>
                <a:cs typeface="Arial"/>
                <a:sym typeface="Arial"/>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9pPr>
          </a:lstStyle>
          <a:p/>
        </p:txBody>
      </p:sp>
    </p:spTree>
  </p:cSld>
  <p:clrMapOvr>
    <a:masterClrMapping/>
  </p:clrMapOvr>
  <p:transition>
    <p:fade/>
  </p:transition>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Imagen con título" type="picTx">
  <p:cSld name="PICTURE_WITH_CAPTION_TEXT">
    <p:spTree>
      <p:nvGrpSpPr>
        <p:cNvPr id="38" name="Shape 38"/>
        <p:cNvGrpSpPr/>
        <p:nvPr/>
      </p:nvGrpSpPr>
      <p:grpSpPr>
        <a:xfrm>
          <a:off x="0" y="0"/>
          <a:ext cx="0" cy="0"/>
          <a:chOff x="0" y="0"/>
          <a:chExt cx="0" cy="0"/>
        </a:xfrm>
      </p:grpSpPr>
      <p:sp>
        <p:nvSpPr>
          <p:cNvPr id="39" name="Google Shape;39;p22"/>
          <p:cNvSpPr txBox="1"/>
          <p:nvPr>
            <p:ph type="title"/>
          </p:nvPr>
        </p:nvSpPr>
        <p:spPr>
          <a:xfrm>
            <a:off x="1792288" y="4800600"/>
            <a:ext cx="5486400" cy="566738"/>
          </a:xfrm>
          <a:prstGeom prst="rect">
            <a:avLst/>
          </a:prstGeom>
          <a:noFill/>
          <a:ln>
            <a:noFill/>
          </a:ln>
        </p:spPr>
        <p:txBody>
          <a:bodyPr anchorCtr="0" anchor="b" bIns="45700" lIns="91425" spcFirstLastPara="1" rIns="91425" wrap="square" tIns="45700">
            <a:noAutofit/>
          </a:bodyPr>
          <a:lstStyle>
            <a:lvl1pPr lvl="0" marR="0" rtl="0" algn="l">
              <a:spcBef>
                <a:spcPts val="0"/>
              </a:spcBef>
              <a:spcAft>
                <a:spcPts val="0"/>
              </a:spcAft>
              <a:buSzPts val="1400"/>
              <a:buNone/>
              <a:defRPr b="1" i="0" sz="20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
        <p:nvSpPr>
          <p:cNvPr id="40" name="Google Shape;40;p22"/>
          <p:cNvSpPr/>
          <p:nvPr>
            <p:ph idx="2" type="pic"/>
          </p:nvPr>
        </p:nvSpPr>
        <p:spPr>
          <a:xfrm>
            <a:off x="1792288" y="612775"/>
            <a:ext cx="5486400" cy="4114800"/>
          </a:xfrm>
          <a:prstGeom prst="rect">
            <a:avLst/>
          </a:prstGeom>
          <a:noFill/>
          <a:ln>
            <a:noFill/>
          </a:ln>
        </p:spPr>
      </p:sp>
      <p:sp>
        <p:nvSpPr>
          <p:cNvPr id="41" name="Google Shape;41;p22"/>
          <p:cNvSpPr txBox="1"/>
          <p:nvPr>
            <p:ph idx="1" type="body"/>
          </p:nvPr>
        </p:nvSpPr>
        <p:spPr>
          <a:xfrm>
            <a:off x="1792288" y="5367338"/>
            <a:ext cx="5486400" cy="804862"/>
          </a:xfrm>
          <a:prstGeom prst="rect">
            <a:avLst/>
          </a:prstGeom>
          <a:noFill/>
          <a:ln>
            <a:noFill/>
          </a:ln>
        </p:spPr>
        <p:txBody>
          <a:bodyPr anchorCtr="0" anchor="t" bIns="45700" lIns="91425" spcFirstLastPara="1" rIns="91425" wrap="square" tIns="45700">
            <a:noAutofit/>
          </a:bodyPr>
          <a:lstStyle>
            <a:lvl1pPr indent="-228600" lvl="0" marL="457200" marR="0" rtl="0" algn="l">
              <a:spcBef>
                <a:spcPts val="280"/>
              </a:spcBef>
              <a:spcAft>
                <a:spcPts val="0"/>
              </a:spcAft>
              <a:buClr>
                <a:schemeClr val="dk1"/>
              </a:buClr>
              <a:buSzPts val="700"/>
              <a:buFont typeface="Noto Sans Symbols"/>
              <a:buNone/>
              <a:defRPr b="0" i="0" sz="1400" u="none" cap="none" strike="noStrike">
                <a:solidFill>
                  <a:schemeClr val="dk1"/>
                </a:solidFill>
                <a:latin typeface="Arial"/>
                <a:ea typeface="Arial"/>
                <a:cs typeface="Arial"/>
                <a:sym typeface="Arial"/>
              </a:defRPr>
            </a:lvl1pPr>
            <a:lvl2pPr indent="-228600" lvl="1" marL="914400" marR="0" rtl="0" algn="l">
              <a:spcBef>
                <a:spcPts val="240"/>
              </a:spcBef>
              <a:spcAft>
                <a:spcPts val="0"/>
              </a:spcAft>
              <a:buClr>
                <a:schemeClr val="dk1"/>
              </a:buClr>
              <a:buSzPts val="840"/>
              <a:buFont typeface="Noto Sans Symbols"/>
              <a:buNone/>
              <a:defRPr b="0" i="0" sz="1200" u="none" cap="none" strike="noStrike">
                <a:solidFill>
                  <a:schemeClr val="dk1"/>
                </a:solidFill>
                <a:latin typeface="Arial"/>
                <a:ea typeface="Arial"/>
                <a:cs typeface="Arial"/>
                <a:sym typeface="Arial"/>
              </a:defRPr>
            </a:lvl2pPr>
            <a:lvl3pPr indent="-228600" lvl="2" marL="1371600" marR="0" rtl="0" algn="l">
              <a:spcBef>
                <a:spcPts val="200"/>
              </a:spcBef>
              <a:spcAft>
                <a:spcPts val="0"/>
              </a:spcAft>
              <a:buClr>
                <a:schemeClr val="dk1"/>
              </a:buClr>
              <a:buSzPts val="1000"/>
              <a:buFont typeface="Arial"/>
              <a:buNone/>
              <a:defRPr b="0" i="0" sz="1000" u="none" cap="none" strike="noStrike">
                <a:solidFill>
                  <a:schemeClr val="dk1"/>
                </a:solidFill>
                <a:latin typeface="Arial"/>
                <a:ea typeface="Arial"/>
                <a:cs typeface="Arial"/>
                <a:sym typeface="Arial"/>
              </a:defRPr>
            </a:lvl3pPr>
            <a:lvl4pPr indent="-228600" lvl="3" marL="1828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4pPr>
            <a:lvl5pPr indent="-228600" lvl="4" marL="22860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5pPr>
            <a:lvl6pPr indent="-228600" lvl="5" marL="27432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6pPr>
            <a:lvl7pPr indent="-228600" lvl="6" marL="32004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7pPr>
            <a:lvl8pPr indent="-228600" lvl="7" marL="36576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8pPr>
            <a:lvl9pPr indent="-228600" lvl="8" marL="4114800" marR="0" rtl="0" algn="l">
              <a:spcBef>
                <a:spcPts val="180"/>
              </a:spcBef>
              <a:spcAft>
                <a:spcPts val="0"/>
              </a:spcAft>
              <a:buClr>
                <a:schemeClr val="dk1"/>
              </a:buClr>
              <a:buSzPts val="900"/>
              <a:buFont typeface="Arial"/>
              <a:buNone/>
              <a:defRPr b="0" i="0" sz="900" u="none" cap="none" strike="noStrike">
                <a:solidFill>
                  <a:schemeClr val="dk1"/>
                </a:solidFill>
                <a:latin typeface="Arial"/>
                <a:ea typeface="Arial"/>
                <a:cs typeface="Arial"/>
                <a:sym typeface="Arial"/>
              </a:defRPr>
            </a:lvl9pPr>
          </a:lstStyle>
          <a:p/>
        </p:txBody>
      </p:sp>
    </p:spTree>
  </p:cSld>
  <p:clrMapOvr>
    <a:masterClrMapping/>
  </p:clrMapOvr>
  <p:transition>
    <p:fade/>
  </p:transition>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y texto vertical" type="vertTx">
  <p:cSld name="VERTICAL_TEXT">
    <p:spTree>
      <p:nvGrpSpPr>
        <p:cNvPr id="42" name="Shape 42"/>
        <p:cNvGrpSpPr/>
        <p:nvPr/>
      </p:nvGrpSpPr>
      <p:grpSpPr>
        <a:xfrm>
          <a:off x="0" y="0"/>
          <a:ext cx="0" cy="0"/>
          <a:chOff x="0" y="0"/>
          <a:chExt cx="0" cy="0"/>
        </a:xfrm>
      </p:grpSpPr>
      <p:sp>
        <p:nvSpPr>
          <p:cNvPr id="43" name="Google Shape;43;p23"/>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
        <p:nvSpPr>
          <p:cNvPr id="44" name="Google Shape;44;p23"/>
          <p:cNvSpPr txBox="1"/>
          <p:nvPr>
            <p:ph idx="1" type="body"/>
          </p:nvPr>
        </p:nvSpPr>
        <p:spPr>
          <a:xfrm rot="5400000">
            <a:off x="2309019" y="-251618"/>
            <a:ext cx="4525963" cy="8229600"/>
          </a:xfrm>
          <a:prstGeom prst="rect">
            <a:avLst/>
          </a:prstGeom>
          <a:noFill/>
          <a:ln>
            <a:noFill/>
          </a:ln>
        </p:spPr>
        <p:txBody>
          <a:bodyPr anchorCtr="0" anchor="t" bIns="45700" lIns="91425" spcFirstLastPara="1" rIns="91425" wrap="square" tIns="45700">
            <a:noAutofit/>
          </a:bodyPr>
          <a:lstStyle>
            <a:lvl1pPr indent="-317500" lvl="0" marL="457200" marR="0" rtl="0" algn="l">
              <a:spcBef>
                <a:spcPts val="560"/>
              </a:spcBef>
              <a:spcAft>
                <a:spcPts val="0"/>
              </a:spcAft>
              <a:buClr>
                <a:schemeClr val="dk1"/>
              </a:buClr>
              <a:buSzPts val="1400"/>
              <a:buFont typeface="Noto Sans Symbols"/>
              <a:buChar char="❑"/>
              <a:defRPr b="0" i="0" sz="2800" u="none" cap="none" strike="noStrike">
                <a:solidFill>
                  <a:schemeClr val="dk1"/>
                </a:solidFill>
                <a:latin typeface="Arial"/>
                <a:ea typeface="Arial"/>
                <a:cs typeface="Arial"/>
                <a:sym typeface="Arial"/>
              </a:defRPr>
            </a:lvl1pPr>
            <a:lvl2pPr indent="-317500" lvl="1" marL="914400" marR="0" rtl="0" algn="l">
              <a:spcBef>
                <a:spcPts val="400"/>
              </a:spcBef>
              <a:spcAft>
                <a:spcPts val="0"/>
              </a:spcAft>
              <a:buClr>
                <a:schemeClr val="dk1"/>
              </a:buClr>
              <a:buSzPts val="1400"/>
              <a:buFont typeface="Noto Sans Symbols"/>
              <a:buChar char="✔"/>
              <a:defRPr b="0" i="0" sz="20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transition>
    <p:fade/>
  </p:transition>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vertical y texto" type="vertTitleAndTx">
  <p:cSld name="VERTICAL_TITLE_AND_VERTICAL_TEXT">
    <p:spTree>
      <p:nvGrpSpPr>
        <p:cNvPr id="45" name="Shape 45"/>
        <p:cNvGrpSpPr/>
        <p:nvPr/>
      </p:nvGrpSpPr>
      <p:grpSpPr>
        <a:xfrm>
          <a:off x="0" y="0"/>
          <a:ext cx="0" cy="0"/>
          <a:chOff x="0" y="0"/>
          <a:chExt cx="0" cy="0"/>
        </a:xfrm>
      </p:grpSpPr>
      <p:sp>
        <p:nvSpPr>
          <p:cNvPr id="46" name="Google Shape;46;p24"/>
          <p:cNvSpPr txBox="1"/>
          <p:nvPr>
            <p:ph type="title"/>
          </p:nvPr>
        </p:nvSpPr>
        <p:spPr>
          <a:xfrm rot="5400000">
            <a:off x="4732338" y="2171701"/>
            <a:ext cx="5851525" cy="20574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
        <p:nvSpPr>
          <p:cNvPr id="47" name="Google Shape;47;p24"/>
          <p:cNvSpPr txBox="1"/>
          <p:nvPr>
            <p:ph idx="1" type="body"/>
          </p:nvPr>
        </p:nvSpPr>
        <p:spPr>
          <a:xfrm rot="5400000">
            <a:off x="541338" y="190500"/>
            <a:ext cx="5851525" cy="6019800"/>
          </a:xfrm>
          <a:prstGeom prst="rect">
            <a:avLst/>
          </a:prstGeom>
          <a:noFill/>
          <a:ln>
            <a:noFill/>
          </a:ln>
        </p:spPr>
        <p:txBody>
          <a:bodyPr anchorCtr="0" anchor="t" bIns="45700" lIns="91425" spcFirstLastPara="1" rIns="91425" wrap="square" tIns="45700">
            <a:noAutofit/>
          </a:bodyPr>
          <a:lstStyle>
            <a:lvl1pPr indent="-317500" lvl="0" marL="457200" marR="0" rtl="0" algn="l">
              <a:spcBef>
                <a:spcPts val="560"/>
              </a:spcBef>
              <a:spcAft>
                <a:spcPts val="0"/>
              </a:spcAft>
              <a:buClr>
                <a:schemeClr val="dk1"/>
              </a:buClr>
              <a:buSzPts val="1400"/>
              <a:buFont typeface="Noto Sans Symbols"/>
              <a:buChar char="❑"/>
              <a:defRPr b="0" i="0" sz="2800" u="none" cap="none" strike="noStrike">
                <a:solidFill>
                  <a:schemeClr val="dk1"/>
                </a:solidFill>
                <a:latin typeface="Arial"/>
                <a:ea typeface="Arial"/>
                <a:cs typeface="Arial"/>
                <a:sym typeface="Arial"/>
              </a:defRPr>
            </a:lvl1pPr>
            <a:lvl2pPr indent="-317500" lvl="1" marL="914400" marR="0" rtl="0" algn="l">
              <a:spcBef>
                <a:spcPts val="400"/>
              </a:spcBef>
              <a:spcAft>
                <a:spcPts val="0"/>
              </a:spcAft>
              <a:buClr>
                <a:schemeClr val="dk1"/>
              </a:buClr>
              <a:buSzPts val="1400"/>
              <a:buFont typeface="Noto Sans Symbols"/>
              <a:buChar char="✔"/>
              <a:defRPr b="0" i="0" sz="20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transition>
    <p:fade/>
  </p:transition>
</p:sldLayout>
</file>

<file path=ppt/slideLayouts/slideLayout1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ítulo, texto y objetos" type="txAndObj">
  <p:cSld name="TEXT_AND_OBJECT">
    <p:spTree>
      <p:nvGrpSpPr>
        <p:cNvPr id="48" name="Shape 48"/>
        <p:cNvGrpSpPr/>
        <p:nvPr/>
      </p:nvGrpSpPr>
      <p:grpSpPr>
        <a:xfrm>
          <a:off x="0" y="0"/>
          <a:ext cx="0" cy="0"/>
          <a:chOff x="0" y="0"/>
          <a:chExt cx="0" cy="0"/>
        </a:xfrm>
      </p:grpSpPr>
      <p:sp>
        <p:nvSpPr>
          <p:cNvPr id="49" name="Google Shape;49;p25"/>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lvl1pPr lvl="0"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1pPr>
            <a:lvl2pPr lvl="1"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2pPr>
            <a:lvl3pPr lvl="2"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3pPr>
            <a:lvl4pPr lvl="3"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4pPr>
            <a:lvl5pPr lvl="4"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5pPr>
            <a:lvl6pPr lvl="5"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6pPr>
            <a:lvl7pPr lvl="6"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7pPr>
            <a:lvl8pPr lvl="7"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8pPr>
            <a:lvl9pPr lvl="8" marR="0" rtl="0" algn="ctr">
              <a:spcBef>
                <a:spcPts val="0"/>
              </a:spcBef>
              <a:spcAft>
                <a:spcPts val="0"/>
              </a:spcAft>
              <a:buSzPts val="1400"/>
              <a:buNone/>
              <a:defRPr b="1" i="0" sz="2800" u="none" cap="none" strike="noStrike">
                <a:solidFill>
                  <a:schemeClr val="dk2"/>
                </a:solidFill>
                <a:latin typeface="Arial"/>
                <a:ea typeface="Arial"/>
                <a:cs typeface="Arial"/>
                <a:sym typeface="Arial"/>
              </a:defRPr>
            </a:lvl9pPr>
          </a:lstStyle>
          <a:p/>
        </p:txBody>
      </p:sp>
      <p:sp>
        <p:nvSpPr>
          <p:cNvPr id="50" name="Google Shape;50;p25"/>
          <p:cNvSpPr txBox="1"/>
          <p:nvPr>
            <p:ph idx="1" type="body"/>
          </p:nvPr>
        </p:nvSpPr>
        <p:spPr>
          <a:xfrm>
            <a:off x="457200" y="1600200"/>
            <a:ext cx="4038600" cy="4525963"/>
          </a:xfrm>
          <a:prstGeom prst="rect">
            <a:avLst/>
          </a:prstGeom>
          <a:noFill/>
          <a:ln>
            <a:noFill/>
          </a:ln>
        </p:spPr>
        <p:txBody>
          <a:bodyPr anchorCtr="0" anchor="t" bIns="45700" lIns="91425" spcFirstLastPara="1" rIns="91425" wrap="square" tIns="45700">
            <a:noAutofit/>
          </a:bodyPr>
          <a:lstStyle>
            <a:lvl1pPr indent="-317500" lvl="0" marL="457200" marR="0" rtl="0" algn="l">
              <a:spcBef>
                <a:spcPts val="560"/>
              </a:spcBef>
              <a:spcAft>
                <a:spcPts val="0"/>
              </a:spcAft>
              <a:buClr>
                <a:schemeClr val="dk1"/>
              </a:buClr>
              <a:buSzPts val="1400"/>
              <a:buFont typeface="Noto Sans Symbols"/>
              <a:buChar char="❑"/>
              <a:defRPr b="0" i="0" sz="2800" u="none" cap="none" strike="noStrike">
                <a:solidFill>
                  <a:schemeClr val="dk1"/>
                </a:solidFill>
                <a:latin typeface="Arial"/>
                <a:ea typeface="Arial"/>
                <a:cs typeface="Arial"/>
                <a:sym typeface="Arial"/>
              </a:defRPr>
            </a:lvl1pPr>
            <a:lvl2pPr indent="-317500" lvl="1" marL="914400" marR="0" rtl="0" algn="l">
              <a:spcBef>
                <a:spcPts val="400"/>
              </a:spcBef>
              <a:spcAft>
                <a:spcPts val="0"/>
              </a:spcAft>
              <a:buClr>
                <a:schemeClr val="dk1"/>
              </a:buClr>
              <a:buSzPts val="1400"/>
              <a:buFont typeface="Noto Sans Symbols"/>
              <a:buChar char="✔"/>
              <a:defRPr b="0" i="0" sz="20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
        <p:nvSpPr>
          <p:cNvPr id="51" name="Google Shape;51;p25"/>
          <p:cNvSpPr txBox="1"/>
          <p:nvPr>
            <p:ph idx="2" type="body"/>
          </p:nvPr>
        </p:nvSpPr>
        <p:spPr>
          <a:xfrm>
            <a:off x="4648200" y="1600200"/>
            <a:ext cx="4038600" cy="4525963"/>
          </a:xfrm>
          <a:prstGeom prst="rect">
            <a:avLst/>
          </a:prstGeom>
          <a:noFill/>
          <a:ln>
            <a:noFill/>
          </a:ln>
        </p:spPr>
        <p:txBody>
          <a:bodyPr anchorCtr="0" anchor="t" bIns="45700" lIns="91425" spcFirstLastPara="1" rIns="91425" wrap="square" tIns="45700">
            <a:noAutofit/>
          </a:bodyPr>
          <a:lstStyle>
            <a:lvl1pPr indent="-317500" lvl="0" marL="457200" marR="0" rtl="0" algn="l">
              <a:spcBef>
                <a:spcPts val="560"/>
              </a:spcBef>
              <a:spcAft>
                <a:spcPts val="0"/>
              </a:spcAft>
              <a:buClr>
                <a:schemeClr val="dk1"/>
              </a:buClr>
              <a:buSzPts val="1400"/>
              <a:buFont typeface="Noto Sans Symbols"/>
              <a:buChar char="❑"/>
              <a:defRPr b="0" i="0" sz="2800" u="none" cap="none" strike="noStrike">
                <a:solidFill>
                  <a:schemeClr val="dk1"/>
                </a:solidFill>
                <a:latin typeface="Arial"/>
                <a:ea typeface="Arial"/>
                <a:cs typeface="Arial"/>
                <a:sym typeface="Arial"/>
              </a:defRPr>
            </a:lvl1pPr>
            <a:lvl2pPr indent="-317500" lvl="1" marL="914400" marR="0" rtl="0" algn="l">
              <a:spcBef>
                <a:spcPts val="400"/>
              </a:spcBef>
              <a:spcAft>
                <a:spcPts val="0"/>
              </a:spcAft>
              <a:buClr>
                <a:schemeClr val="dk1"/>
              </a:buClr>
              <a:buSzPts val="1400"/>
              <a:buFont typeface="Noto Sans Symbols"/>
              <a:buChar char="✔"/>
              <a:defRPr b="0" i="0" sz="2000" u="none" cap="none" strike="noStrike">
                <a:solidFill>
                  <a:schemeClr val="dk1"/>
                </a:solidFill>
                <a:latin typeface="Arial"/>
                <a:ea typeface="Arial"/>
                <a:cs typeface="Arial"/>
                <a:sym typeface="Arial"/>
              </a:defRPr>
            </a:lvl2pPr>
            <a:lvl3pPr indent="-355600" lvl="2" marL="1371600" marR="0" rtl="0" algn="l">
              <a:spcBef>
                <a:spcPts val="400"/>
              </a:spcBef>
              <a:spcAft>
                <a:spcPts val="0"/>
              </a:spcAft>
              <a:buClr>
                <a:schemeClr val="dk1"/>
              </a:buClr>
              <a:buSzPts val="2000"/>
              <a:buFont typeface="Arial"/>
              <a:buChar char="•"/>
              <a:defRPr b="0" i="0" sz="2000" u="none" cap="none" strike="noStrike">
                <a:solidFill>
                  <a:schemeClr val="dk1"/>
                </a:solidFill>
                <a:latin typeface="Arial"/>
                <a:ea typeface="Arial"/>
                <a:cs typeface="Arial"/>
                <a:sym typeface="Arial"/>
              </a:defRPr>
            </a:lvl3pPr>
            <a:lvl4pPr indent="-342900" lvl="3" marL="1828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4pPr>
            <a:lvl5pPr indent="-342900" lvl="4" marL="22860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5pPr>
            <a:lvl6pPr indent="-342900" lvl="5" marL="27432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6pPr>
            <a:lvl7pPr indent="-342900" lvl="6" marL="32004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7pPr>
            <a:lvl8pPr indent="-342900" lvl="7" marL="36576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8pPr>
            <a:lvl9pPr indent="-342900" lvl="8" marL="4114800" marR="0" rtl="0" algn="l">
              <a:spcBef>
                <a:spcPts val="360"/>
              </a:spcBef>
              <a:spcAft>
                <a:spcPts val="0"/>
              </a:spcAft>
              <a:buClr>
                <a:schemeClr val="dk1"/>
              </a:buClr>
              <a:buSzPts val="1800"/>
              <a:buFont typeface="Arial"/>
              <a:buChar char="»"/>
              <a:defRPr b="0" i="0" sz="1800" u="none" cap="none" strike="noStrike">
                <a:solidFill>
                  <a:schemeClr val="dk1"/>
                </a:solidFill>
                <a:latin typeface="Arial"/>
                <a:ea typeface="Arial"/>
                <a:cs typeface="Arial"/>
                <a:sym typeface="Arial"/>
              </a:defRPr>
            </a:lvl9pPr>
          </a:lstStyle>
          <a:p/>
        </p:txBody>
      </p:sp>
    </p:spTree>
  </p:cSld>
  <p:clrMapOvr>
    <a:masterClrMapping/>
  </p:clrMapOvr>
  <p:transition>
    <p:fade/>
  </p:transition>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0.xml"/><Relationship Id="rId10" Type="http://schemas.openxmlformats.org/officeDocument/2006/relationships/slideLayout" Target="../slideLayouts/slideLayout9.xml"/><Relationship Id="rId13" Type="http://schemas.openxmlformats.org/officeDocument/2006/relationships/slideLayout" Target="../slideLayouts/slideLayout12.xml"/><Relationship Id="rId12" Type="http://schemas.openxmlformats.org/officeDocument/2006/relationships/slideLayout" Target="../slideLayouts/slideLayout11.xml"/><Relationship Id="rId1" Type="http://schemas.openxmlformats.org/officeDocument/2006/relationships/image" Target="../media/image4.jpg"/><Relationship Id="rId2" Type="http://schemas.openxmlformats.org/officeDocument/2006/relationships/slideLayout" Target="../slideLayouts/slideLayout1.xml"/><Relationship Id="rId3" Type="http://schemas.openxmlformats.org/officeDocument/2006/relationships/slideLayout" Target="../slideLayouts/slideLayout2.xml"/><Relationship Id="rId4" Type="http://schemas.openxmlformats.org/officeDocument/2006/relationships/slideLayout" Target="../slideLayouts/slideLayout3.xml"/><Relationship Id="rId9" Type="http://schemas.openxmlformats.org/officeDocument/2006/relationships/slideLayout" Target="../slideLayouts/slideLayout8.xml"/><Relationship Id="rId14" Type="http://schemas.openxmlformats.org/officeDocument/2006/relationships/theme" Target="../theme/theme1.xml"/><Relationship Id="rId5" Type="http://schemas.openxmlformats.org/officeDocument/2006/relationships/slideLayout" Target="../slideLayouts/slideLayout4.xml"/><Relationship Id="rId6" Type="http://schemas.openxmlformats.org/officeDocument/2006/relationships/slideLayout" Target="../slideLayouts/slideLayout5.xml"/><Relationship Id="rId7" Type="http://schemas.openxmlformats.org/officeDocument/2006/relationships/slideLayout" Target="../slideLayouts/slideLayout6.xml"/><Relationship Id="rId8" Type="http://schemas.openxmlformats.org/officeDocument/2006/relationships/slideLayout" Target="../slideLayouts/slideLayout7.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9" name="Shape 9"/>
        <p:cNvGrpSpPr/>
        <p:nvPr/>
      </p:nvGrpSpPr>
      <p:grpSpPr>
        <a:xfrm>
          <a:off x="0" y="0"/>
          <a:ext cx="0" cy="0"/>
          <a:chOff x="0" y="0"/>
          <a:chExt cx="0" cy="0"/>
        </a:xfrm>
      </p:grpSpPr>
      <p:pic>
        <p:nvPicPr>
          <p:cNvPr descr="fondo_verde_generico" id="10" name="Google Shape;10;p13"/>
          <p:cNvPicPr preferRelativeResize="0"/>
          <p:nvPr/>
        </p:nvPicPr>
        <p:blipFill rotWithShape="1">
          <a:blip r:embed="rId1">
            <a:alphaModFix/>
          </a:blip>
          <a:srcRect b="0" l="0" r="0" t="0"/>
          <a:stretch/>
        </p:blipFill>
        <p:spPr>
          <a:xfrm>
            <a:off x="0" y="-1588"/>
            <a:ext cx="9144000" cy="6859588"/>
          </a:xfrm>
          <a:prstGeom prst="rect">
            <a:avLst/>
          </a:prstGeom>
          <a:noFill/>
          <a:ln>
            <a:noFill/>
          </a:ln>
        </p:spPr>
      </p:pic>
      <p:sp>
        <p:nvSpPr>
          <p:cNvPr id="11" name="Google Shape;11;p13"/>
          <p:cNvSpPr txBox="1"/>
          <p:nvPr/>
        </p:nvSpPr>
        <p:spPr>
          <a:xfrm>
            <a:off x="0" y="1076325"/>
            <a:ext cx="1619250" cy="33655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i="1" lang="es-CL" sz="1600" u="none" cap="none" strike="noStrike">
                <a:solidFill>
                  <a:schemeClr val="lt2"/>
                </a:solidFill>
                <a:latin typeface="Trebuchet MS"/>
                <a:ea typeface="Trebuchet MS"/>
                <a:cs typeface="Trebuchet MS"/>
                <a:sym typeface="Trebuchet MS"/>
              </a:rPr>
              <a:t>Programación</a:t>
            </a:r>
            <a:endParaRPr b="1" i="1" sz="1600" u="none" cap="none" strike="noStrike">
              <a:solidFill>
                <a:schemeClr val="lt2"/>
              </a:solidFill>
              <a:latin typeface="Trebuchet MS"/>
              <a:ea typeface="Trebuchet MS"/>
              <a:cs typeface="Trebuchet MS"/>
              <a:sym typeface="Trebuchet MS"/>
            </a:endParaRPr>
          </a:p>
        </p:txBody>
      </p:sp>
    </p:spTree>
  </p:cSld>
  <p:clrMap accent1="accent1" accent2="accent2" accent3="accent3" accent4="accent4" accent5="accent5" accent6="accent6" bg1="lt1" bg2="dk2" tx1="dk1" tx2="lt2" folHlink="folHlink" hlink="hlink"/>
  <p:sldLayoutIdLst>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Lst>
  <p:transition>
    <p:fade/>
  </p:transition>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3.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3.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3.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2.png"/><Relationship Id="rId4" Type="http://schemas.openxmlformats.org/officeDocument/2006/relationships/image" Target="../media/image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3.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3.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3.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3.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5" name="Shape 55"/>
        <p:cNvGrpSpPr/>
        <p:nvPr/>
      </p:nvGrpSpPr>
      <p:grpSpPr>
        <a:xfrm>
          <a:off x="0" y="0"/>
          <a:ext cx="0" cy="0"/>
          <a:chOff x="0" y="0"/>
          <a:chExt cx="0" cy="0"/>
        </a:xfrm>
      </p:grpSpPr>
      <p:pic>
        <p:nvPicPr>
          <p:cNvPr descr="inicio_verde_generico" id="56" name="Google Shape;56;p1"/>
          <p:cNvPicPr preferRelativeResize="0"/>
          <p:nvPr/>
        </p:nvPicPr>
        <p:blipFill rotWithShape="1">
          <a:blip r:embed="rId3">
            <a:alphaModFix/>
          </a:blip>
          <a:srcRect b="0" l="0" r="0" t="0"/>
          <a:stretch/>
        </p:blipFill>
        <p:spPr>
          <a:xfrm>
            <a:off x="0" y="0"/>
            <a:ext cx="9144000" cy="6861175"/>
          </a:xfrm>
          <a:prstGeom prst="rect">
            <a:avLst/>
          </a:prstGeom>
          <a:noFill/>
          <a:ln>
            <a:noFill/>
          </a:ln>
        </p:spPr>
      </p:pic>
      <p:sp>
        <p:nvSpPr>
          <p:cNvPr id="57" name="Google Shape;57;p1"/>
          <p:cNvSpPr txBox="1"/>
          <p:nvPr>
            <p:ph type="ctrTitle"/>
          </p:nvPr>
        </p:nvSpPr>
        <p:spPr>
          <a:xfrm>
            <a:off x="179388" y="188913"/>
            <a:ext cx="8208962" cy="733425"/>
          </a:xfrm>
          <a:prstGeom prst="rect">
            <a:avLst/>
          </a:prstGeom>
          <a:noFill/>
          <a:ln>
            <a:noFill/>
          </a:ln>
        </p:spPr>
        <p:txBody>
          <a:bodyPr anchorCtr="0" anchor="t" bIns="45700" lIns="91425" spcFirstLastPara="1" rIns="91425" wrap="square" tIns="45700">
            <a:noAutofit/>
          </a:bodyPr>
          <a:lstStyle/>
          <a:p>
            <a:pPr indent="0" lvl="0" marL="0" rtl="0" algn="l">
              <a:spcBef>
                <a:spcPts val="0"/>
              </a:spcBef>
              <a:spcAft>
                <a:spcPts val="0"/>
              </a:spcAft>
              <a:buNone/>
            </a:pPr>
            <a:r>
              <a:rPr lang="es-CL" sz="3600">
                <a:solidFill>
                  <a:schemeClr val="lt2"/>
                </a:solidFill>
                <a:latin typeface="Trebuchet MS"/>
                <a:ea typeface="Trebuchet MS"/>
                <a:cs typeface="Trebuchet MS"/>
                <a:sym typeface="Trebuchet MS"/>
              </a:rPr>
              <a:t>Instituto de Informática</a:t>
            </a:r>
            <a:br>
              <a:rPr lang="es-CL" sz="3600">
                <a:solidFill>
                  <a:schemeClr val="lt2"/>
                </a:solidFill>
                <a:latin typeface="Trebuchet MS"/>
                <a:ea typeface="Trebuchet MS"/>
                <a:cs typeface="Trebuchet MS"/>
                <a:sym typeface="Trebuchet MS"/>
              </a:rPr>
            </a:br>
            <a:endParaRPr sz="3600">
              <a:solidFill>
                <a:schemeClr val="lt2"/>
              </a:solidFill>
              <a:latin typeface="Trebuchet MS"/>
              <a:ea typeface="Trebuchet MS"/>
              <a:cs typeface="Trebuchet MS"/>
              <a:sym typeface="Trebuchet MS"/>
            </a:endParaRPr>
          </a:p>
        </p:txBody>
      </p:sp>
      <p:sp>
        <p:nvSpPr>
          <p:cNvPr id="58" name="Google Shape;58;p1"/>
          <p:cNvSpPr txBox="1"/>
          <p:nvPr/>
        </p:nvSpPr>
        <p:spPr>
          <a:xfrm>
            <a:off x="1115616" y="3430587"/>
            <a:ext cx="6559966" cy="1728192"/>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i="0" lang="es-CL" sz="2800" u="none" cap="none" strike="noStrike">
                <a:solidFill>
                  <a:schemeClr val="dk2"/>
                </a:solidFill>
                <a:latin typeface="Arial"/>
                <a:ea typeface="Arial"/>
                <a:cs typeface="Arial"/>
                <a:sym typeface="Arial"/>
              </a:rPr>
              <a:t>ALGORITMOS</a:t>
            </a:r>
            <a:br>
              <a:rPr b="1" i="0" lang="es-CL" sz="2800" u="none" cap="none" strike="noStrike">
                <a:solidFill>
                  <a:schemeClr val="dk2"/>
                </a:solidFill>
                <a:latin typeface="Arial"/>
                <a:ea typeface="Arial"/>
                <a:cs typeface="Arial"/>
                <a:sym typeface="Arial"/>
              </a:rPr>
            </a:br>
            <a:r>
              <a:rPr b="1" i="0" lang="es-CL" sz="3200" u="none" cap="none" strike="noStrike">
                <a:solidFill>
                  <a:schemeClr val="dk2"/>
                </a:solidFill>
                <a:latin typeface="Arial"/>
                <a:ea typeface="Arial"/>
                <a:cs typeface="Arial"/>
                <a:sym typeface="Arial"/>
              </a:rPr>
              <a:t>ESTRUCTURA DE CONTROL</a:t>
            </a:r>
            <a:br>
              <a:rPr b="1" i="0" lang="es-CL" sz="3200" u="none" cap="none" strike="noStrike">
                <a:solidFill>
                  <a:schemeClr val="dk2"/>
                </a:solidFill>
                <a:latin typeface="Arial"/>
                <a:ea typeface="Arial"/>
                <a:cs typeface="Arial"/>
                <a:sym typeface="Arial"/>
              </a:rPr>
            </a:br>
            <a:r>
              <a:rPr b="1" i="0" lang="es-CL" sz="2800" u="none" cap="none" strike="noStrike">
                <a:solidFill>
                  <a:schemeClr val="dk2"/>
                </a:solidFill>
                <a:latin typeface="Arial"/>
                <a:ea typeface="Arial"/>
                <a:cs typeface="Arial"/>
                <a:sym typeface="Arial"/>
              </a:rPr>
              <a:t>ITERACIÓN – WHILE </a:t>
            </a:r>
            <a:endParaRPr b="1" i="0" sz="4000" u="none" cap="none" strike="noStrike">
              <a:solidFill>
                <a:schemeClr val="dk2"/>
              </a:solidFill>
              <a:latin typeface="Arial"/>
              <a:ea typeface="Arial"/>
              <a:cs typeface="Arial"/>
              <a:sym typeface="Arial"/>
            </a:endParaRPr>
          </a:p>
        </p:txBody>
      </p:sp>
      <p:pic>
        <p:nvPicPr>
          <p:cNvPr id="59" name="Google Shape;59;p1"/>
          <p:cNvPicPr preferRelativeResize="0"/>
          <p:nvPr/>
        </p:nvPicPr>
        <p:blipFill rotWithShape="1">
          <a:blip r:embed="rId4">
            <a:alphaModFix/>
          </a:blip>
          <a:srcRect b="0" l="0" r="0" t="0"/>
          <a:stretch/>
        </p:blipFill>
        <p:spPr>
          <a:xfrm>
            <a:off x="8318500" y="6032500"/>
            <a:ext cx="609600" cy="609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59"/>
                                        </p:tgtEl>
                                        <p:attrNameLst>
                                          <p:attrName>style.visibility</p:attrName>
                                        </p:attrNameLst>
                                      </p:cBhvr>
                                      <p:to>
                                        <p:strVal val="visible"/>
                                      </p:to>
                                    </p:set>
                                    <p:animEffect filter="fade" transition="in">
                                      <p:cBhvr>
                                        <p:cTn dur="1"/>
                                        <p:tgtEl>
                                          <p:spTgt spid="59"/>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4" name="Shape 64"/>
        <p:cNvGrpSpPr/>
        <p:nvPr/>
      </p:nvGrpSpPr>
      <p:grpSpPr>
        <a:xfrm>
          <a:off x="0" y="0"/>
          <a:ext cx="0" cy="0"/>
          <a:chOff x="0" y="0"/>
          <a:chExt cx="0" cy="0"/>
        </a:xfrm>
      </p:grpSpPr>
      <p:sp>
        <p:nvSpPr>
          <p:cNvPr id="65" name="Google Shape;65;p2"/>
          <p:cNvSpPr txBox="1"/>
          <p:nvPr>
            <p:ph idx="1" type="body"/>
          </p:nvPr>
        </p:nvSpPr>
        <p:spPr>
          <a:xfrm>
            <a:off x="1476375" y="1196975"/>
            <a:ext cx="7667625" cy="3312145"/>
          </a:xfrm>
          <a:prstGeom prst="rect">
            <a:avLst/>
          </a:prstGeom>
          <a:noFill/>
          <a:ln>
            <a:noFill/>
          </a:ln>
        </p:spPr>
        <p:txBody>
          <a:bodyPr anchorCtr="0" anchor="t" bIns="45700" lIns="91425" spcFirstLastPara="1" rIns="91425" wrap="square" tIns="45700">
            <a:noAutofit/>
          </a:bodyPr>
          <a:lstStyle/>
          <a:p>
            <a:pPr indent="-533400" lvl="0" marL="533400" rtl="0" algn="l">
              <a:spcBef>
                <a:spcPts val="0"/>
              </a:spcBef>
              <a:spcAft>
                <a:spcPts val="0"/>
              </a:spcAft>
              <a:buClr>
                <a:schemeClr val="dk1"/>
              </a:buClr>
              <a:buSzPts val="3600"/>
              <a:buFont typeface="Arial"/>
              <a:buNone/>
            </a:pPr>
            <a:r>
              <a:rPr b="1" lang="es-CL" sz="3600"/>
              <a:t>Mientras - While</a:t>
            </a:r>
            <a:r>
              <a:rPr lang="es-CL" sz="3600"/>
              <a:t> </a:t>
            </a:r>
            <a:endParaRPr/>
          </a:p>
          <a:p>
            <a:pPr indent="0" lvl="0" marL="0" rtl="0" algn="l">
              <a:spcBef>
                <a:spcPts val="0"/>
              </a:spcBef>
              <a:spcAft>
                <a:spcPts val="0"/>
              </a:spcAft>
              <a:buClr>
                <a:schemeClr val="dk1"/>
              </a:buClr>
              <a:buSzPts val="2800"/>
              <a:buNone/>
            </a:pPr>
            <a:r>
              <a:t/>
            </a:r>
            <a:endParaRPr/>
          </a:p>
          <a:p>
            <a:pPr indent="0" lvl="0" marL="0" rtl="0" algn="l">
              <a:spcBef>
                <a:spcPts val="0"/>
              </a:spcBef>
              <a:spcAft>
                <a:spcPts val="0"/>
              </a:spcAft>
              <a:buClr>
                <a:schemeClr val="dk1"/>
              </a:buClr>
              <a:buSzPts val="2800"/>
              <a:buNone/>
            </a:pPr>
            <a:r>
              <a:t/>
            </a:r>
            <a:endParaRPr/>
          </a:p>
          <a:p>
            <a:pPr indent="0" lvl="0" marL="0" rtl="0" algn="l">
              <a:spcBef>
                <a:spcPts val="0"/>
              </a:spcBef>
              <a:spcAft>
                <a:spcPts val="0"/>
              </a:spcAft>
              <a:buClr>
                <a:schemeClr val="dk1"/>
              </a:buClr>
              <a:buSzPts val="2800"/>
              <a:buNone/>
            </a:pPr>
            <a:r>
              <a:rPr lang="es-CL"/>
              <a:t>	Ejecuta una secuencia de instrucciones mientras una condición sea verdadera. </a:t>
            </a:r>
            <a:endParaRPr/>
          </a:p>
          <a:p>
            <a:pPr indent="-533400" lvl="0" marL="533400" rtl="0" algn="l">
              <a:spcBef>
                <a:spcPts val="560"/>
              </a:spcBef>
              <a:spcAft>
                <a:spcPts val="0"/>
              </a:spcAft>
              <a:buClr>
                <a:schemeClr val="dk1"/>
              </a:buClr>
              <a:buSzPts val="1400"/>
              <a:buFont typeface="Noto Sans Symbols"/>
              <a:buNone/>
            </a:pPr>
            <a:r>
              <a:t/>
            </a:r>
            <a:endParaRPr/>
          </a:p>
        </p:txBody>
      </p:sp>
      <p:sp>
        <p:nvSpPr>
          <p:cNvPr id="66" name="Google Shape;66;p2"/>
          <p:cNvSpPr/>
          <p:nvPr/>
        </p:nvSpPr>
        <p:spPr>
          <a:xfrm>
            <a:off x="4572000" y="5229200"/>
            <a:ext cx="4572000" cy="138499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Clr>
                <a:srgbClr val="FF6600"/>
              </a:buClr>
              <a:buSzPts val="2800"/>
              <a:buFont typeface="Arial"/>
              <a:buNone/>
            </a:pPr>
            <a:r>
              <a:rPr b="1" i="0" lang="es-CL" sz="2800" u="none" cap="none" strike="noStrike">
                <a:solidFill>
                  <a:srgbClr val="FF6600"/>
                </a:solidFill>
                <a:latin typeface="Arial"/>
                <a:ea typeface="Arial"/>
                <a:cs typeface="Arial"/>
                <a:sym typeface="Arial"/>
              </a:rPr>
              <a:t>OJO: Si la condición inicialmente es falsa, el ciclo jamás se ejecuta.</a:t>
            </a:r>
            <a:endParaRPr/>
          </a:p>
        </p:txBody>
      </p:sp>
      <p:pic>
        <p:nvPicPr>
          <p:cNvPr id="67" name="Google Shape;67;p2"/>
          <p:cNvPicPr preferRelativeResize="0"/>
          <p:nvPr/>
        </p:nvPicPr>
        <p:blipFill rotWithShape="1">
          <a:blip r:embed="rId3">
            <a:alphaModFix/>
          </a:blip>
          <a:srcRect b="0" l="0" r="0" t="0"/>
          <a:stretch/>
        </p:blipFill>
        <p:spPr>
          <a:xfrm>
            <a:off x="8318500" y="6032500"/>
            <a:ext cx="609600" cy="609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67"/>
                                        </p:tgtEl>
                                        <p:attrNameLst>
                                          <p:attrName>style.visibility</p:attrName>
                                        </p:attrNameLst>
                                      </p:cBhvr>
                                      <p:to>
                                        <p:strVal val="visible"/>
                                      </p:to>
                                    </p:set>
                                    <p:animEffect filter="fade" transition="in">
                                      <p:cBhvr>
                                        <p:cTn dur="1"/>
                                        <p:tgtEl>
                                          <p:spTgt spid="6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1" name="Shape 71"/>
        <p:cNvGrpSpPr/>
        <p:nvPr/>
      </p:nvGrpSpPr>
      <p:grpSpPr>
        <a:xfrm>
          <a:off x="0" y="0"/>
          <a:ext cx="0" cy="0"/>
          <a:chOff x="0" y="0"/>
          <a:chExt cx="0" cy="0"/>
        </a:xfrm>
      </p:grpSpPr>
      <p:sp>
        <p:nvSpPr>
          <p:cNvPr id="72" name="Google Shape;72;p3"/>
          <p:cNvSpPr/>
          <p:nvPr/>
        </p:nvSpPr>
        <p:spPr>
          <a:xfrm>
            <a:off x="1475656" y="1353809"/>
            <a:ext cx="4885456" cy="6477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1218A"/>
              </a:buClr>
              <a:buSzPts val="2800"/>
              <a:buFont typeface="Arial"/>
              <a:buChar char="•"/>
            </a:pPr>
            <a:r>
              <a:rPr b="1" i="0" lang="es-CL" sz="2800" u="none" cap="none" strike="noStrike">
                <a:solidFill>
                  <a:srgbClr val="21218A"/>
                </a:solidFill>
                <a:latin typeface="Arial"/>
                <a:ea typeface="Arial"/>
                <a:cs typeface="Arial"/>
                <a:sym typeface="Arial"/>
              </a:rPr>
              <a:t>Diagrama de Flujo:</a:t>
            </a:r>
            <a:endParaRPr b="1" i="0" sz="3200" u="none" cap="none" strike="noStrike">
              <a:solidFill>
                <a:srgbClr val="CC9900"/>
              </a:solidFill>
              <a:latin typeface="Arial"/>
              <a:ea typeface="Arial"/>
              <a:cs typeface="Arial"/>
              <a:sym typeface="Arial"/>
            </a:endParaRPr>
          </a:p>
        </p:txBody>
      </p:sp>
      <p:sp>
        <p:nvSpPr>
          <p:cNvPr id="73" name="Google Shape;73;p3"/>
          <p:cNvSpPr/>
          <p:nvPr/>
        </p:nvSpPr>
        <p:spPr>
          <a:xfrm>
            <a:off x="5104421" y="150432"/>
            <a:ext cx="3039614" cy="523220"/>
          </a:xfrm>
          <a:prstGeom prst="rect">
            <a:avLst/>
          </a:prstGeom>
          <a:noFill/>
          <a:ln>
            <a:noFill/>
          </a:ln>
        </p:spPr>
        <p:txBody>
          <a:bodyPr anchorCtr="0" anchor="t" bIns="45700" lIns="91425" spcFirstLastPara="1" rIns="91425" wrap="square" tIns="45700">
            <a:spAutoFit/>
          </a:bodyPr>
          <a:lstStyle/>
          <a:p>
            <a:pPr indent="-533400" lvl="0" marL="533400" marR="0" rtl="0" algn="ctr">
              <a:spcBef>
                <a:spcPts val="0"/>
              </a:spcBef>
              <a:spcAft>
                <a:spcPts val="0"/>
              </a:spcAft>
              <a:buClr>
                <a:schemeClr val="dk1"/>
              </a:buClr>
              <a:buSzPts val="2800"/>
              <a:buFont typeface="Arial"/>
              <a:buNone/>
            </a:pPr>
            <a:r>
              <a:rPr b="1" i="0" lang="es-CL" sz="2800" u="none" cap="none" strike="noStrike">
                <a:solidFill>
                  <a:schemeClr val="dk1"/>
                </a:solidFill>
                <a:latin typeface="Arial"/>
                <a:ea typeface="Arial"/>
                <a:cs typeface="Arial"/>
                <a:sym typeface="Arial"/>
              </a:rPr>
              <a:t>Mientras - While </a:t>
            </a:r>
            <a:endParaRPr/>
          </a:p>
        </p:txBody>
      </p:sp>
      <p:grpSp>
        <p:nvGrpSpPr>
          <p:cNvPr id="74" name="Google Shape;74;p3"/>
          <p:cNvGrpSpPr/>
          <p:nvPr/>
        </p:nvGrpSpPr>
        <p:grpSpPr>
          <a:xfrm>
            <a:off x="3563888" y="2495253"/>
            <a:ext cx="2500962" cy="2301977"/>
            <a:chOff x="3655216" y="2294589"/>
            <a:chExt cx="2500962" cy="2301977"/>
          </a:xfrm>
        </p:grpSpPr>
        <p:grpSp>
          <p:nvGrpSpPr>
            <p:cNvPr id="75" name="Google Shape;75;p3"/>
            <p:cNvGrpSpPr/>
            <p:nvPr/>
          </p:nvGrpSpPr>
          <p:grpSpPr>
            <a:xfrm>
              <a:off x="3851807" y="2294589"/>
              <a:ext cx="2304371" cy="2301977"/>
              <a:chOff x="3851807" y="2294589"/>
              <a:chExt cx="2304371" cy="2301977"/>
            </a:xfrm>
          </p:grpSpPr>
          <p:sp>
            <p:nvSpPr>
              <p:cNvPr id="76" name="Google Shape;76;p3"/>
              <p:cNvSpPr/>
              <p:nvPr/>
            </p:nvSpPr>
            <p:spPr>
              <a:xfrm>
                <a:off x="3851920" y="2512389"/>
                <a:ext cx="1737855" cy="338554"/>
              </a:xfrm>
              <a:prstGeom prst="flowChartPreparation">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0" i="0" lang="es-CL" sz="1600" u="none" cap="none" strike="noStrike">
                    <a:solidFill>
                      <a:schemeClr val="dk1"/>
                    </a:solidFill>
                    <a:latin typeface="Arial"/>
                    <a:ea typeface="Arial"/>
                    <a:cs typeface="Arial"/>
                    <a:sym typeface="Arial"/>
                  </a:rPr>
                  <a:t>condición</a:t>
                </a:r>
                <a:endParaRPr b="1" i="0" sz="1600" u="none" cap="none" strike="noStrike">
                  <a:solidFill>
                    <a:schemeClr val="dk1"/>
                  </a:solidFill>
                  <a:latin typeface="Arial"/>
                  <a:ea typeface="Arial"/>
                  <a:cs typeface="Arial"/>
                  <a:sym typeface="Arial"/>
                </a:endParaRPr>
              </a:p>
            </p:txBody>
          </p:sp>
          <p:cxnSp>
            <p:nvCxnSpPr>
              <p:cNvPr id="77" name="Google Shape;77;p3"/>
              <p:cNvCxnSpPr>
                <a:stCxn id="76" idx="2"/>
              </p:cNvCxnSpPr>
              <p:nvPr/>
            </p:nvCxnSpPr>
            <p:spPr>
              <a:xfrm>
                <a:off x="4720848" y="2850943"/>
                <a:ext cx="4800" cy="265200"/>
              </a:xfrm>
              <a:prstGeom prst="straightConnector1">
                <a:avLst/>
              </a:prstGeom>
              <a:noFill/>
              <a:ln cap="flat" cmpd="sng" w="9525">
                <a:solidFill>
                  <a:schemeClr val="dk1"/>
                </a:solidFill>
                <a:prstDash val="solid"/>
                <a:round/>
                <a:headEnd len="sm" w="sm" type="none"/>
                <a:tailEnd len="med" w="med" type="triangle"/>
              </a:ln>
            </p:spPr>
          </p:cxnSp>
          <p:cxnSp>
            <p:nvCxnSpPr>
              <p:cNvPr id="78" name="Google Shape;78;p3"/>
              <p:cNvCxnSpPr>
                <a:stCxn id="79" idx="2"/>
                <a:endCxn id="76" idx="1"/>
              </p:cNvCxnSpPr>
              <p:nvPr/>
            </p:nvCxnSpPr>
            <p:spPr>
              <a:xfrm flipH="1" rot="5400000">
                <a:off x="3796307" y="2737190"/>
                <a:ext cx="989700" cy="878700"/>
              </a:xfrm>
              <a:prstGeom prst="bentConnector4">
                <a:avLst>
                  <a:gd fmla="val -23097" name="adj1"/>
                  <a:gd fmla="val 148408" name="adj2"/>
                </a:avLst>
              </a:prstGeom>
              <a:noFill/>
              <a:ln cap="flat" cmpd="sng" w="9525">
                <a:solidFill>
                  <a:schemeClr val="dk1"/>
                </a:solidFill>
                <a:prstDash val="solid"/>
                <a:round/>
                <a:headEnd len="sm" w="sm" type="none"/>
                <a:tailEnd len="med" w="med" type="stealth"/>
              </a:ln>
            </p:spPr>
          </p:cxnSp>
          <p:cxnSp>
            <p:nvCxnSpPr>
              <p:cNvPr id="80" name="Google Shape;80;p3"/>
              <p:cNvCxnSpPr>
                <a:stCxn id="76" idx="3"/>
              </p:cNvCxnSpPr>
              <p:nvPr/>
            </p:nvCxnSpPr>
            <p:spPr>
              <a:xfrm flipH="1">
                <a:off x="4715875" y="2681666"/>
                <a:ext cx="873900" cy="1914900"/>
              </a:xfrm>
              <a:prstGeom prst="bentConnector4">
                <a:avLst>
                  <a:gd fmla="val -58555" name="adj1"/>
                  <a:gd fmla="val 79434" name="adj2"/>
                </a:avLst>
              </a:prstGeom>
              <a:noFill/>
              <a:ln cap="flat" cmpd="sng" w="9525">
                <a:solidFill>
                  <a:schemeClr val="dk1"/>
                </a:solidFill>
                <a:prstDash val="solid"/>
                <a:round/>
                <a:headEnd len="sm" w="sm" type="none"/>
                <a:tailEnd len="med" w="med" type="triangle"/>
              </a:ln>
            </p:spPr>
          </p:cxnSp>
          <p:sp>
            <p:nvSpPr>
              <p:cNvPr id="81" name="Google Shape;81;p3"/>
              <p:cNvSpPr txBox="1"/>
              <p:nvPr/>
            </p:nvSpPr>
            <p:spPr>
              <a:xfrm>
                <a:off x="4572002" y="2853164"/>
                <a:ext cx="541436"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s-CL" sz="1200">
                    <a:solidFill>
                      <a:schemeClr val="dk1"/>
                    </a:solidFill>
                    <a:latin typeface="Arial"/>
                    <a:ea typeface="Arial"/>
                    <a:cs typeface="Arial"/>
                    <a:sym typeface="Arial"/>
                  </a:rPr>
                  <a:t>Si</a:t>
                </a:r>
                <a:endParaRPr b="0" sz="1200">
                  <a:solidFill>
                    <a:schemeClr val="dk1"/>
                  </a:solidFill>
                  <a:latin typeface="Arial"/>
                  <a:ea typeface="Arial"/>
                  <a:cs typeface="Arial"/>
                  <a:sym typeface="Arial"/>
                </a:endParaRPr>
              </a:p>
            </p:txBody>
          </p:sp>
          <p:sp>
            <p:nvSpPr>
              <p:cNvPr id="82" name="Google Shape;82;p3"/>
              <p:cNvSpPr txBox="1"/>
              <p:nvPr/>
            </p:nvSpPr>
            <p:spPr>
              <a:xfrm>
                <a:off x="5589775" y="2467622"/>
                <a:ext cx="5664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s-CL" sz="1200">
                    <a:solidFill>
                      <a:schemeClr val="dk1"/>
                    </a:solidFill>
                    <a:latin typeface="Arial"/>
                    <a:ea typeface="Arial"/>
                    <a:cs typeface="Arial"/>
                    <a:sym typeface="Arial"/>
                  </a:rPr>
                  <a:t>no</a:t>
                </a:r>
                <a:endParaRPr b="0" sz="1200">
                  <a:solidFill>
                    <a:schemeClr val="dk1"/>
                  </a:solidFill>
                  <a:latin typeface="Arial"/>
                  <a:ea typeface="Arial"/>
                  <a:cs typeface="Arial"/>
                  <a:sym typeface="Arial"/>
                </a:endParaRPr>
              </a:p>
            </p:txBody>
          </p:sp>
          <p:cxnSp>
            <p:nvCxnSpPr>
              <p:cNvPr id="83" name="Google Shape;83;p3"/>
              <p:cNvCxnSpPr>
                <a:endCxn id="76" idx="0"/>
              </p:cNvCxnSpPr>
              <p:nvPr/>
            </p:nvCxnSpPr>
            <p:spPr>
              <a:xfrm flipH="1">
                <a:off x="4720848" y="2294589"/>
                <a:ext cx="4800" cy="217800"/>
              </a:xfrm>
              <a:prstGeom prst="straightConnector1">
                <a:avLst/>
              </a:prstGeom>
              <a:noFill/>
              <a:ln cap="flat" cmpd="sng" w="9525">
                <a:solidFill>
                  <a:schemeClr val="dk1"/>
                </a:solidFill>
                <a:prstDash val="solid"/>
                <a:round/>
                <a:headEnd len="sm" w="sm" type="none"/>
                <a:tailEnd len="med" w="med" type="triangle"/>
              </a:ln>
            </p:spPr>
          </p:cxnSp>
        </p:grpSp>
        <p:sp>
          <p:nvSpPr>
            <p:cNvPr id="79" name="Google Shape;79;p3"/>
            <p:cNvSpPr txBox="1"/>
            <p:nvPr/>
          </p:nvSpPr>
          <p:spPr>
            <a:xfrm>
              <a:off x="3655216" y="3209725"/>
              <a:ext cx="2150581" cy="461665"/>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1" lang="es-CL" sz="2400">
                  <a:solidFill>
                    <a:schemeClr val="dk1"/>
                  </a:solidFill>
                  <a:latin typeface="Arial"/>
                  <a:ea typeface="Arial"/>
                  <a:cs typeface="Arial"/>
                  <a:sym typeface="Arial"/>
                </a:rPr>
                <a:t>… sentencias</a:t>
              </a:r>
              <a:endParaRPr b="1" sz="2400">
                <a:solidFill>
                  <a:schemeClr val="dk1"/>
                </a:solidFill>
                <a:latin typeface="Arial"/>
                <a:ea typeface="Arial"/>
                <a:cs typeface="Arial"/>
                <a:sym typeface="Arial"/>
              </a:endParaRPr>
            </a:p>
          </p:txBody>
        </p:sp>
      </p:grpSp>
      <p:pic>
        <p:nvPicPr>
          <p:cNvPr id="84" name="Google Shape;84;p3"/>
          <p:cNvPicPr preferRelativeResize="0"/>
          <p:nvPr/>
        </p:nvPicPr>
        <p:blipFill rotWithShape="1">
          <a:blip r:embed="rId3">
            <a:alphaModFix/>
          </a:blip>
          <a:srcRect b="0" l="0" r="0" t="0"/>
          <a:stretch/>
        </p:blipFill>
        <p:spPr>
          <a:xfrm>
            <a:off x="8318500" y="6032500"/>
            <a:ext cx="609600" cy="609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84"/>
                                        </p:tgtEl>
                                        <p:attrNameLst>
                                          <p:attrName>style.visibility</p:attrName>
                                        </p:attrNameLst>
                                      </p:cBhvr>
                                      <p:to>
                                        <p:strVal val="visible"/>
                                      </p:to>
                                    </p:set>
                                    <p:animEffect filter="fade" transition="in">
                                      <p:cBhvr>
                                        <p:cTn dur="1"/>
                                        <p:tgtEl>
                                          <p:spTgt spid="84"/>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72"/>
                                        </p:tgtEl>
                                        <p:attrNameLst>
                                          <p:attrName>style.visibility</p:attrName>
                                        </p:attrNameLst>
                                      </p:cBhvr>
                                      <p:to>
                                        <p:strVal val="visible"/>
                                      </p:to>
                                    </p:set>
                                    <p:animEffect filter="fade" transition="in">
                                      <p:cBhvr>
                                        <p:cTn dur="2000"/>
                                        <p:tgtEl>
                                          <p:spTgt spid="72"/>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sp>
        <p:nvSpPr>
          <p:cNvPr id="89" name="Google Shape;89;p4"/>
          <p:cNvSpPr/>
          <p:nvPr/>
        </p:nvSpPr>
        <p:spPr>
          <a:xfrm>
            <a:off x="1475656" y="1341140"/>
            <a:ext cx="4895800" cy="647700"/>
          </a:xfrm>
          <a:prstGeom prst="rect">
            <a:avLst/>
          </a:prstGeom>
          <a:noFill/>
          <a:ln>
            <a:noFill/>
          </a:ln>
        </p:spPr>
        <p:txBody>
          <a:bodyPr anchorCtr="0" anchor="t" bIns="45700" lIns="91425" spcFirstLastPara="1" rIns="91425" wrap="square" tIns="45700">
            <a:noAutofit/>
          </a:bodyPr>
          <a:lstStyle/>
          <a:p>
            <a:pPr indent="-342900" lvl="0" marL="342900" marR="0" rtl="0" algn="l">
              <a:spcBef>
                <a:spcPts val="0"/>
              </a:spcBef>
              <a:spcAft>
                <a:spcPts val="0"/>
              </a:spcAft>
              <a:buClr>
                <a:srgbClr val="21218A"/>
              </a:buClr>
              <a:buSzPts val="2800"/>
              <a:buFont typeface="Arial"/>
              <a:buChar char="•"/>
            </a:pPr>
            <a:r>
              <a:rPr b="1" lang="es-CL" sz="2800">
                <a:solidFill>
                  <a:srgbClr val="21218A"/>
                </a:solidFill>
                <a:latin typeface="Arial"/>
                <a:ea typeface="Arial"/>
                <a:cs typeface="Arial"/>
                <a:sym typeface="Arial"/>
              </a:rPr>
              <a:t>Código en Python:</a:t>
            </a:r>
            <a:endParaRPr b="1" sz="3200">
              <a:solidFill>
                <a:srgbClr val="CC9900"/>
              </a:solidFill>
              <a:latin typeface="Arial"/>
              <a:ea typeface="Arial"/>
              <a:cs typeface="Arial"/>
              <a:sym typeface="Arial"/>
            </a:endParaRPr>
          </a:p>
        </p:txBody>
      </p:sp>
      <p:sp>
        <p:nvSpPr>
          <p:cNvPr id="90" name="Google Shape;90;p4"/>
          <p:cNvSpPr/>
          <p:nvPr/>
        </p:nvSpPr>
        <p:spPr>
          <a:xfrm>
            <a:off x="5104421" y="150432"/>
            <a:ext cx="3039614" cy="523220"/>
          </a:xfrm>
          <a:prstGeom prst="rect">
            <a:avLst/>
          </a:prstGeom>
          <a:noFill/>
          <a:ln>
            <a:noFill/>
          </a:ln>
        </p:spPr>
        <p:txBody>
          <a:bodyPr anchorCtr="0" anchor="t" bIns="45700" lIns="91425" spcFirstLastPara="1" rIns="91425" wrap="square" tIns="45700">
            <a:spAutoFit/>
          </a:bodyPr>
          <a:lstStyle/>
          <a:p>
            <a:pPr indent="-533400" lvl="0" marL="533400" marR="0" rtl="0" algn="ctr">
              <a:spcBef>
                <a:spcPts val="0"/>
              </a:spcBef>
              <a:spcAft>
                <a:spcPts val="0"/>
              </a:spcAft>
              <a:buClr>
                <a:schemeClr val="dk1"/>
              </a:buClr>
              <a:buSzPts val="2800"/>
              <a:buFont typeface="Arial"/>
              <a:buNone/>
            </a:pPr>
            <a:r>
              <a:rPr b="1" lang="es-CL" sz="2800">
                <a:solidFill>
                  <a:schemeClr val="dk1"/>
                </a:solidFill>
                <a:latin typeface="Arial"/>
                <a:ea typeface="Arial"/>
                <a:cs typeface="Arial"/>
                <a:sym typeface="Arial"/>
              </a:rPr>
              <a:t>Mientras - While </a:t>
            </a:r>
            <a:endParaRPr/>
          </a:p>
        </p:txBody>
      </p:sp>
      <p:sp>
        <p:nvSpPr>
          <p:cNvPr id="91" name="Google Shape;91;p4"/>
          <p:cNvSpPr/>
          <p:nvPr/>
        </p:nvSpPr>
        <p:spPr>
          <a:xfrm>
            <a:off x="3563888" y="2420888"/>
            <a:ext cx="3240360" cy="1015663"/>
          </a:xfrm>
          <a:prstGeom prst="rect">
            <a:avLst/>
          </a:prstGeom>
          <a:noFill/>
          <a:ln cap="sq" cmpd="sng" w="12700">
            <a:solidFill>
              <a:srgbClr val="70CC00"/>
            </a:solidFill>
            <a:prstDash val="solid"/>
            <a:miter lim="8000"/>
            <a:headEnd len="sm" w="sm" type="none"/>
            <a:tailEnd len="sm" w="sm" type="none"/>
          </a:ln>
        </p:spPr>
        <p:txBody>
          <a:bodyPr anchorCtr="0" anchor="t" bIns="45700" lIns="91425" spcFirstLastPara="1" rIns="91425" wrap="square" tIns="45700">
            <a:spAutoFit/>
          </a:bodyPr>
          <a:lstStyle/>
          <a:p>
            <a:pPr indent="0" lvl="0" marL="0" marR="0" rtl="0" algn="l">
              <a:spcBef>
                <a:spcPts val="0"/>
              </a:spcBef>
              <a:spcAft>
                <a:spcPts val="0"/>
              </a:spcAft>
              <a:buNone/>
            </a:pPr>
            <a:r>
              <a:rPr b="1" lang="es-CL" sz="2000">
                <a:solidFill>
                  <a:schemeClr val="accent2"/>
                </a:solidFill>
                <a:latin typeface="Consolas"/>
                <a:ea typeface="Consolas"/>
                <a:cs typeface="Consolas"/>
                <a:sym typeface="Consolas"/>
              </a:rPr>
              <a:t>while condición :</a:t>
            </a:r>
            <a:endParaRPr/>
          </a:p>
          <a:p>
            <a:pPr indent="0" lvl="0" marL="0" marR="0" rtl="0" algn="l">
              <a:spcBef>
                <a:spcPts val="0"/>
              </a:spcBef>
              <a:spcAft>
                <a:spcPts val="0"/>
              </a:spcAft>
              <a:buNone/>
            </a:pPr>
            <a:r>
              <a:rPr b="1" lang="es-CL" sz="2000">
                <a:solidFill>
                  <a:schemeClr val="accent2"/>
                </a:solidFill>
                <a:latin typeface="Consolas"/>
                <a:ea typeface="Consolas"/>
                <a:cs typeface="Consolas"/>
                <a:sym typeface="Consolas"/>
              </a:rPr>
              <a:t>      sentencias</a:t>
            </a:r>
            <a:endParaRPr/>
          </a:p>
          <a:p>
            <a:pPr indent="0" lvl="0" marL="0" marR="0" rtl="0" algn="l">
              <a:spcBef>
                <a:spcPts val="0"/>
              </a:spcBef>
              <a:spcAft>
                <a:spcPts val="0"/>
              </a:spcAft>
              <a:buNone/>
            </a:pPr>
            <a:r>
              <a:t/>
            </a:r>
            <a:endParaRPr b="1" sz="2000">
              <a:solidFill>
                <a:schemeClr val="accent2"/>
              </a:solidFill>
              <a:latin typeface="Consolas"/>
              <a:ea typeface="Consolas"/>
              <a:cs typeface="Consolas"/>
              <a:sym typeface="Consolas"/>
            </a:endParaRPr>
          </a:p>
        </p:txBody>
      </p:sp>
      <p:sp>
        <p:nvSpPr>
          <p:cNvPr id="92" name="Google Shape;92;p4"/>
          <p:cNvSpPr txBox="1"/>
          <p:nvPr/>
        </p:nvSpPr>
        <p:spPr>
          <a:xfrm>
            <a:off x="4489889" y="3736076"/>
            <a:ext cx="1843088" cy="457200"/>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CL" sz="2400">
                <a:solidFill>
                  <a:srgbClr val="009900"/>
                </a:solidFill>
                <a:latin typeface="Tahoma"/>
                <a:ea typeface="Tahoma"/>
                <a:cs typeface="Tahoma"/>
                <a:sym typeface="Tahoma"/>
              </a:rPr>
              <a:t>Indentado</a:t>
            </a:r>
            <a:endParaRPr b="0" sz="2400">
              <a:solidFill>
                <a:srgbClr val="009900"/>
              </a:solidFill>
              <a:latin typeface="Tahoma"/>
              <a:ea typeface="Tahoma"/>
              <a:cs typeface="Tahoma"/>
              <a:sym typeface="Tahoma"/>
            </a:endParaRPr>
          </a:p>
        </p:txBody>
      </p:sp>
      <p:cxnSp>
        <p:nvCxnSpPr>
          <p:cNvPr id="93" name="Google Shape;93;p4"/>
          <p:cNvCxnSpPr/>
          <p:nvPr/>
        </p:nvCxnSpPr>
        <p:spPr>
          <a:xfrm rot="10800000">
            <a:off x="4427984" y="3010588"/>
            <a:ext cx="215900" cy="725488"/>
          </a:xfrm>
          <a:prstGeom prst="straightConnector1">
            <a:avLst/>
          </a:prstGeom>
          <a:noFill/>
          <a:ln cap="flat" cmpd="sng" w="38100">
            <a:solidFill>
              <a:srgbClr val="FF3300"/>
            </a:solidFill>
            <a:prstDash val="solid"/>
            <a:round/>
            <a:headEnd len="med" w="med" type="none"/>
            <a:tailEnd len="med" w="med" type="triangle"/>
          </a:ln>
        </p:spPr>
      </p:cxnSp>
      <p:sp>
        <p:nvSpPr>
          <p:cNvPr id="94" name="Google Shape;94;p4"/>
          <p:cNvSpPr txBox="1"/>
          <p:nvPr/>
        </p:nvSpPr>
        <p:spPr>
          <a:xfrm>
            <a:off x="1475656" y="4725144"/>
            <a:ext cx="6932613" cy="1631216"/>
          </a:xfrm>
          <a:prstGeom prst="rect">
            <a:avLst/>
          </a:prstGeom>
          <a:noFill/>
          <a:ln>
            <a:noFill/>
          </a:ln>
        </p:spPr>
        <p:txBody>
          <a:bodyPr anchorCtr="0" anchor="t" bIns="45700" lIns="91425" spcFirstLastPara="1" rIns="91425" wrap="square" tIns="45700">
            <a:spAutoFit/>
          </a:bodyPr>
          <a:lstStyle/>
          <a:p>
            <a:pPr indent="0" lvl="0" marL="0" marR="0" rtl="0" algn="l">
              <a:spcBef>
                <a:spcPts val="0"/>
              </a:spcBef>
              <a:spcAft>
                <a:spcPts val="0"/>
              </a:spcAft>
              <a:buNone/>
            </a:pPr>
            <a:r>
              <a:rPr b="0" lang="es-CL" sz="2000">
                <a:solidFill>
                  <a:srgbClr val="21218A"/>
                </a:solidFill>
                <a:latin typeface="Arial"/>
                <a:ea typeface="Arial"/>
                <a:cs typeface="Arial"/>
                <a:sym typeface="Arial"/>
              </a:rPr>
              <a:t>Donde:</a:t>
            </a:r>
            <a:endParaRPr/>
          </a:p>
          <a:p>
            <a:pPr indent="-1349375" lvl="0" marL="1349375" marR="0" rtl="0" algn="l">
              <a:spcBef>
                <a:spcPts val="1000"/>
              </a:spcBef>
              <a:spcAft>
                <a:spcPts val="0"/>
              </a:spcAft>
              <a:buNone/>
            </a:pPr>
            <a:r>
              <a:rPr b="0" lang="es-CL" sz="2000">
                <a:solidFill>
                  <a:srgbClr val="21218A"/>
                </a:solidFill>
                <a:latin typeface="Arial"/>
                <a:ea typeface="Arial"/>
                <a:cs typeface="Arial"/>
                <a:sym typeface="Arial"/>
              </a:rPr>
              <a:t>    condición : es una expresión lógica que puede ser Falsa o Verdadera</a:t>
            </a:r>
            <a:endParaRPr/>
          </a:p>
          <a:p>
            <a:pPr indent="-1349375" lvl="0" marL="1349375" marR="0" rtl="0" algn="l">
              <a:spcBef>
                <a:spcPts val="1000"/>
              </a:spcBef>
              <a:spcAft>
                <a:spcPts val="0"/>
              </a:spcAft>
              <a:buNone/>
            </a:pPr>
            <a:r>
              <a:rPr b="0" lang="es-CL" sz="2000">
                <a:solidFill>
                  <a:srgbClr val="21218A"/>
                </a:solidFill>
                <a:latin typeface="Arial"/>
                <a:ea typeface="Arial"/>
                <a:cs typeface="Arial"/>
                <a:sym typeface="Arial"/>
              </a:rPr>
              <a:t>    </a:t>
            </a:r>
            <a:endParaRPr b="0" sz="2000">
              <a:solidFill>
                <a:srgbClr val="21218A"/>
              </a:solidFill>
              <a:latin typeface="Arial"/>
              <a:ea typeface="Arial"/>
              <a:cs typeface="Arial"/>
              <a:sym typeface="Arial"/>
            </a:endParaRPr>
          </a:p>
        </p:txBody>
      </p:sp>
      <p:pic>
        <p:nvPicPr>
          <p:cNvPr id="95" name="Google Shape;95;p4"/>
          <p:cNvPicPr preferRelativeResize="0"/>
          <p:nvPr/>
        </p:nvPicPr>
        <p:blipFill rotWithShape="1">
          <a:blip r:embed="rId3">
            <a:alphaModFix/>
          </a:blip>
          <a:srcRect b="0" l="0" r="0" t="0"/>
          <a:stretch/>
        </p:blipFill>
        <p:spPr>
          <a:xfrm>
            <a:off x="8318500" y="6032500"/>
            <a:ext cx="609600" cy="609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95"/>
                                        </p:tgtEl>
                                        <p:attrNameLst>
                                          <p:attrName>style.visibility</p:attrName>
                                        </p:attrNameLst>
                                      </p:cBhvr>
                                      <p:to>
                                        <p:strVal val="visible"/>
                                      </p:to>
                                    </p:set>
                                    <p:animEffect filter="fade" transition="in">
                                      <p:cBhvr>
                                        <p:cTn dur="1"/>
                                        <p:tgtEl>
                                          <p:spTgt spid="95"/>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89"/>
                                        </p:tgtEl>
                                        <p:attrNameLst>
                                          <p:attrName>style.visibility</p:attrName>
                                        </p:attrNameLst>
                                      </p:cBhvr>
                                      <p:to>
                                        <p:strVal val="visible"/>
                                      </p:to>
                                    </p:set>
                                    <p:animEffect filter="fade" transition="in">
                                      <p:cBhvr>
                                        <p:cTn dur="2000"/>
                                        <p:tgtEl>
                                          <p:spTgt spid="89"/>
                                        </p:tgtEl>
                                      </p:cBhvr>
                                    </p:animEffect>
                                  </p:childTnLst>
                                </p:cTn>
                              </p:par>
                              <p:par>
                                <p:cTn fill="hold" nodeType="withEffect" presetClass="entr" presetID="10" presetSubtype="0">
                                  <p:stCondLst>
                                    <p:cond delay="0"/>
                                  </p:stCondLst>
                                  <p:childTnLst>
                                    <p:set>
                                      <p:cBhvr>
                                        <p:cTn dur="1" fill="hold">
                                          <p:stCondLst>
                                            <p:cond delay="0"/>
                                          </p:stCondLst>
                                        </p:cTn>
                                        <p:tgtEl>
                                          <p:spTgt spid="91"/>
                                        </p:tgtEl>
                                        <p:attrNameLst>
                                          <p:attrName>style.visibility</p:attrName>
                                        </p:attrNameLst>
                                      </p:cBhvr>
                                      <p:to>
                                        <p:strVal val="visible"/>
                                      </p:to>
                                    </p:set>
                                    <p:animEffect filter="fade" transition="in">
                                      <p:cBhvr>
                                        <p:cTn dur="1"/>
                                        <p:tgtEl>
                                          <p:spTgt spid="91"/>
                                        </p:tgtEl>
                                      </p:cBhvr>
                                    </p:animEffect>
                                  </p:childTnLst>
                                </p:cTn>
                              </p:par>
                              <p:par>
                                <p:cTn fill="hold" nodeType="withEffect" presetClass="entr" presetID="10" presetSubtype="0">
                                  <p:stCondLst>
                                    <p:cond delay="0"/>
                                  </p:stCondLst>
                                  <p:childTnLst>
                                    <p:set>
                                      <p:cBhvr>
                                        <p:cTn dur="1" fill="hold">
                                          <p:stCondLst>
                                            <p:cond delay="0"/>
                                          </p:stCondLst>
                                        </p:cTn>
                                        <p:tgtEl>
                                          <p:spTgt spid="92"/>
                                        </p:tgtEl>
                                        <p:attrNameLst>
                                          <p:attrName>style.visibility</p:attrName>
                                        </p:attrNameLst>
                                      </p:cBhvr>
                                      <p:to>
                                        <p:strVal val="visible"/>
                                      </p:to>
                                    </p:set>
                                    <p:animEffect filter="fade" transition="in">
                                      <p:cBhvr>
                                        <p:cTn dur="500"/>
                                        <p:tgtEl>
                                          <p:spTgt spid="92"/>
                                        </p:tgtEl>
                                      </p:cBhvr>
                                    </p:animEffect>
                                  </p:childTnLst>
                                </p:cTn>
                              </p:par>
                              <p:par>
                                <p:cTn fill="hold" nodeType="withEffect" presetClass="entr" presetID="10" presetSubtype="0">
                                  <p:stCondLst>
                                    <p:cond delay="0"/>
                                  </p:stCondLst>
                                  <p:childTnLst>
                                    <p:set>
                                      <p:cBhvr>
                                        <p:cTn dur="1" fill="hold">
                                          <p:stCondLst>
                                            <p:cond delay="0"/>
                                          </p:stCondLst>
                                        </p:cTn>
                                        <p:tgtEl>
                                          <p:spTgt spid="93"/>
                                        </p:tgtEl>
                                        <p:attrNameLst>
                                          <p:attrName>style.visibility</p:attrName>
                                        </p:attrNameLst>
                                      </p:cBhvr>
                                      <p:to>
                                        <p:strVal val="visible"/>
                                      </p:to>
                                    </p:set>
                                    <p:animEffect filter="fade" transition="in">
                                      <p:cBhvr>
                                        <p:cTn dur="500"/>
                                        <p:tgtEl>
                                          <p:spTgt spid="93"/>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0" presetSubtype="0">
                                  <p:stCondLst>
                                    <p:cond delay="0"/>
                                  </p:stCondLst>
                                  <p:childTnLst>
                                    <p:set>
                                      <p:cBhvr>
                                        <p:cTn dur="1" fill="hold">
                                          <p:stCondLst>
                                            <p:cond delay="0"/>
                                          </p:stCondLst>
                                        </p:cTn>
                                        <p:tgtEl>
                                          <p:spTgt spid="94"/>
                                        </p:tgtEl>
                                        <p:attrNameLst>
                                          <p:attrName>style.visibility</p:attrName>
                                        </p:attrNameLst>
                                      </p:cBhvr>
                                      <p:to>
                                        <p:strVal val="visible"/>
                                      </p:to>
                                    </p:set>
                                    <p:animEffect filter="fade" transition="in">
                                      <p:cBhvr>
                                        <p:cTn dur="2000"/>
                                        <p:tgtEl>
                                          <p:spTgt spid="94"/>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9" name="Shape 99"/>
        <p:cNvGrpSpPr/>
        <p:nvPr/>
      </p:nvGrpSpPr>
      <p:grpSpPr>
        <a:xfrm>
          <a:off x="0" y="0"/>
          <a:ext cx="0" cy="0"/>
          <a:chOff x="0" y="0"/>
          <a:chExt cx="0" cy="0"/>
        </a:xfrm>
      </p:grpSpPr>
      <p:sp>
        <p:nvSpPr>
          <p:cNvPr id="100" name="Google Shape;100;p5"/>
          <p:cNvSpPr/>
          <p:nvPr/>
        </p:nvSpPr>
        <p:spPr>
          <a:xfrm>
            <a:off x="0" y="3493133"/>
            <a:ext cx="6228184" cy="2677656"/>
          </a:xfrm>
          <a:prstGeom prst="rect">
            <a:avLst/>
          </a:prstGeom>
          <a:solidFill>
            <a:schemeClr val="lt1"/>
          </a:solidFill>
          <a:ln>
            <a:noFill/>
          </a:ln>
        </p:spPr>
        <p:txBody>
          <a:bodyPr anchorCtr="0" anchor="t" bIns="45700" lIns="91425" spcFirstLastPara="1" rIns="91425" wrap="square" tIns="45700">
            <a:spAutoFit/>
          </a:bodyPr>
          <a:lstStyle/>
          <a:p>
            <a:pPr indent="0" lvl="1" marL="358775" marR="0" rtl="0" algn="l">
              <a:spcBef>
                <a:spcPts val="0"/>
              </a:spcBef>
              <a:spcAft>
                <a:spcPts val="0"/>
              </a:spcAft>
              <a:buClr>
                <a:schemeClr val="dk1"/>
              </a:buClr>
              <a:buSzPts val="2400"/>
              <a:buFont typeface="Arial"/>
              <a:buNone/>
            </a:pPr>
            <a:r>
              <a:rPr b="0" i="0" lang="es-CL" sz="2400" u="none" cap="none" strike="noStrike">
                <a:solidFill>
                  <a:schemeClr val="dk1"/>
                </a:solidFill>
                <a:latin typeface="Arial"/>
                <a:ea typeface="Arial"/>
                <a:cs typeface="Arial"/>
                <a:sym typeface="Arial"/>
              </a:rPr>
              <a:t>Python:</a:t>
            </a:r>
            <a:endParaRPr/>
          </a:p>
          <a:p>
            <a:pPr indent="0" lvl="1" marL="358775" marR="0" rtl="0" algn="l">
              <a:spcBef>
                <a:spcPts val="1200"/>
              </a:spcBef>
              <a:spcAft>
                <a:spcPts val="0"/>
              </a:spcAft>
              <a:buClr>
                <a:schemeClr val="dk1"/>
              </a:buClr>
              <a:buSzPts val="2400"/>
              <a:buFont typeface="Arial"/>
              <a:buNone/>
            </a:pPr>
            <a:r>
              <a:rPr b="0" i="0" lang="es-CL" sz="2400" u="none" cap="none" strike="noStrike">
                <a:solidFill>
                  <a:schemeClr val="dk1"/>
                </a:solidFill>
                <a:latin typeface="Arial"/>
                <a:ea typeface="Arial"/>
                <a:cs typeface="Arial"/>
                <a:sym typeface="Arial"/>
              </a:rPr>
              <a:t>	</a:t>
            </a:r>
            <a:r>
              <a:rPr b="1" i="0" lang="es-CL" sz="2400" u="none" cap="none" strike="noStrike">
                <a:solidFill>
                  <a:schemeClr val="dk1"/>
                </a:solidFill>
                <a:latin typeface="Consolas"/>
                <a:ea typeface="Consolas"/>
                <a:cs typeface="Consolas"/>
                <a:sym typeface="Consolas"/>
              </a:rPr>
              <a:t>resp=“si”</a:t>
            </a:r>
            <a:endParaRPr/>
          </a:p>
          <a:p>
            <a:pPr indent="0" lvl="1" marL="358775" marR="0" rtl="0" algn="l">
              <a:spcBef>
                <a:spcPts val="1200"/>
              </a:spcBef>
              <a:spcAft>
                <a:spcPts val="0"/>
              </a:spcAft>
              <a:buClr>
                <a:schemeClr val="dk1"/>
              </a:buClr>
              <a:buSzPts val="2400"/>
              <a:buFont typeface="Consolas"/>
              <a:buNone/>
            </a:pPr>
            <a:r>
              <a:rPr b="1" i="0" lang="es-CL" sz="2400" u="none" cap="none" strike="noStrike">
                <a:solidFill>
                  <a:schemeClr val="dk1"/>
                </a:solidFill>
                <a:latin typeface="Consolas"/>
                <a:ea typeface="Consolas"/>
                <a:cs typeface="Consolas"/>
                <a:sym typeface="Consolas"/>
              </a:rPr>
              <a:t>	while resp==“si”:          </a:t>
            </a:r>
            <a:endParaRPr/>
          </a:p>
          <a:p>
            <a:pPr indent="0" lvl="1" marL="358775" marR="0" rtl="0" algn="l">
              <a:spcBef>
                <a:spcPts val="1200"/>
              </a:spcBef>
              <a:spcAft>
                <a:spcPts val="0"/>
              </a:spcAft>
              <a:buClr>
                <a:schemeClr val="dk1"/>
              </a:buClr>
              <a:buSzPts val="2400"/>
              <a:buFont typeface="Consolas"/>
              <a:buNone/>
            </a:pPr>
            <a:r>
              <a:rPr b="1" i="0" lang="es-CL" sz="2400" u="none" cap="none" strike="noStrike">
                <a:solidFill>
                  <a:schemeClr val="dk1"/>
                </a:solidFill>
                <a:latin typeface="Consolas"/>
                <a:ea typeface="Consolas"/>
                <a:cs typeface="Consolas"/>
                <a:sym typeface="Consolas"/>
              </a:rPr>
              <a:t>		print(“*”)</a:t>
            </a:r>
            <a:endParaRPr/>
          </a:p>
          <a:p>
            <a:pPr indent="0" lvl="1" marL="358775" marR="0" rtl="0" algn="l">
              <a:spcBef>
                <a:spcPts val="1200"/>
              </a:spcBef>
              <a:spcAft>
                <a:spcPts val="0"/>
              </a:spcAft>
              <a:buClr>
                <a:schemeClr val="dk1"/>
              </a:buClr>
              <a:buSzPts val="2400"/>
              <a:buFont typeface="Consolas"/>
              <a:buNone/>
            </a:pPr>
            <a:r>
              <a:rPr b="1" i="0" lang="es-CL" sz="2400" u="none" cap="none" strike="noStrike">
                <a:solidFill>
                  <a:schemeClr val="dk1"/>
                </a:solidFill>
                <a:latin typeface="Consolas"/>
                <a:ea typeface="Consolas"/>
                <a:cs typeface="Consolas"/>
                <a:sym typeface="Consolas"/>
              </a:rPr>
              <a:t>		resp=input(“otra vez?”)</a:t>
            </a:r>
            <a:endParaRPr b="1" i="0" sz="2400" u="none" cap="none" strike="noStrike">
              <a:solidFill>
                <a:schemeClr val="dk1"/>
              </a:solidFill>
              <a:latin typeface="Consolas"/>
              <a:ea typeface="Consolas"/>
              <a:cs typeface="Consolas"/>
              <a:sym typeface="Consolas"/>
            </a:endParaRPr>
          </a:p>
        </p:txBody>
      </p:sp>
      <p:sp>
        <p:nvSpPr>
          <p:cNvPr id="101" name="Google Shape;101;p5"/>
          <p:cNvSpPr txBox="1"/>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s-CL" sz="2800">
                <a:solidFill>
                  <a:schemeClr val="dk2"/>
                </a:solidFill>
                <a:latin typeface="Arial"/>
                <a:ea typeface="Arial"/>
                <a:cs typeface="Arial"/>
                <a:sym typeface="Arial"/>
              </a:rPr>
              <a:t>EJEMPLO</a:t>
            </a:r>
            <a:endParaRPr b="1" sz="2800">
              <a:solidFill>
                <a:schemeClr val="dk2"/>
              </a:solidFill>
              <a:latin typeface="Arial"/>
              <a:ea typeface="Arial"/>
              <a:cs typeface="Arial"/>
              <a:sym typeface="Arial"/>
            </a:endParaRPr>
          </a:p>
        </p:txBody>
      </p:sp>
      <p:sp>
        <p:nvSpPr>
          <p:cNvPr id="102" name="Google Shape;102;p5"/>
          <p:cNvSpPr txBox="1"/>
          <p:nvPr/>
        </p:nvSpPr>
        <p:spPr>
          <a:xfrm>
            <a:off x="1619672" y="1052736"/>
            <a:ext cx="7272808" cy="1512167"/>
          </a:xfrm>
          <a:prstGeom prst="rect">
            <a:avLst/>
          </a:prstGeom>
          <a:noFill/>
          <a:ln>
            <a:noFill/>
          </a:ln>
        </p:spPr>
        <p:txBody>
          <a:bodyPr anchorCtr="0" anchor="t" bIns="45700" lIns="91425" spcFirstLastPara="1" rIns="91425" wrap="square" tIns="45700">
            <a:normAutofit lnSpcReduction="10000"/>
          </a:bodyPr>
          <a:lstStyle/>
          <a:p>
            <a:pPr indent="0" lvl="0" marL="0" marR="0" rtl="0" algn="just">
              <a:spcBef>
                <a:spcPts val="0"/>
              </a:spcBef>
              <a:spcAft>
                <a:spcPts val="0"/>
              </a:spcAft>
              <a:buClr>
                <a:srgbClr val="21218A"/>
              </a:buClr>
              <a:buSzPts val="1400"/>
              <a:buFont typeface="Noto Sans Symbols"/>
              <a:buNone/>
            </a:pPr>
            <a:r>
              <a:rPr b="0" lang="es-CL" sz="2800">
                <a:solidFill>
                  <a:srgbClr val="21218A"/>
                </a:solidFill>
                <a:latin typeface="Arial"/>
                <a:ea typeface="Arial"/>
                <a:cs typeface="Arial"/>
                <a:sym typeface="Arial"/>
              </a:rPr>
              <a:t>Diseñe un algoritmo en diagrama de flujo y Python que imprima un asterisco“</a:t>
            </a:r>
            <a:r>
              <a:rPr b="0" lang="es-CL" sz="4000">
                <a:solidFill>
                  <a:srgbClr val="21218A"/>
                </a:solidFill>
                <a:latin typeface="Arial"/>
                <a:ea typeface="Arial"/>
                <a:cs typeface="Arial"/>
                <a:sym typeface="Arial"/>
              </a:rPr>
              <a:t>*</a:t>
            </a:r>
            <a:r>
              <a:rPr b="0" lang="es-CL" sz="2800">
                <a:solidFill>
                  <a:srgbClr val="21218A"/>
                </a:solidFill>
                <a:latin typeface="Arial"/>
                <a:ea typeface="Arial"/>
                <a:cs typeface="Arial"/>
                <a:sym typeface="Arial"/>
              </a:rPr>
              <a:t>” mientras el usuario lo solicite.</a:t>
            </a:r>
            <a:endParaRPr/>
          </a:p>
          <a:p>
            <a:pPr indent="-254000" lvl="0" marL="342900" marR="0" rtl="0" algn="l">
              <a:spcBef>
                <a:spcPts val="560"/>
              </a:spcBef>
              <a:spcAft>
                <a:spcPts val="0"/>
              </a:spcAft>
              <a:buClr>
                <a:schemeClr val="dk1"/>
              </a:buClr>
              <a:buSzPts val="1400"/>
              <a:buFont typeface="Noto Sans Symbols"/>
              <a:buNone/>
            </a:pPr>
            <a:r>
              <a:t/>
            </a:r>
            <a:endParaRPr b="0" sz="2800">
              <a:solidFill>
                <a:schemeClr val="dk1"/>
              </a:solidFill>
              <a:latin typeface="Arial"/>
              <a:ea typeface="Arial"/>
              <a:cs typeface="Arial"/>
              <a:sym typeface="Arial"/>
            </a:endParaRPr>
          </a:p>
          <a:p>
            <a:pPr indent="-254000" lvl="0" marL="342900" marR="0" rtl="0" algn="l">
              <a:spcBef>
                <a:spcPts val="560"/>
              </a:spcBef>
              <a:spcAft>
                <a:spcPts val="0"/>
              </a:spcAft>
              <a:buClr>
                <a:schemeClr val="dk1"/>
              </a:buClr>
              <a:buSzPts val="1400"/>
              <a:buFont typeface="Noto Sans Symbols"/>
              <a:buNone/>
            </a:pPr>
            <a:r>
              <a:t/>
            </a:r>
            <a:endParaRPr b="0" sz="2800">
              <a:solidFill>
                <a:schemeClr val="dk1"/>
              </a:solidFill>
              <a:latin typeface="Arial"/>
              <a:ea typeface="Arial"/>
              <a:cs typeface="Arial"/>
              <a:sym typeface="Arial"/>
            </a:endParaRPr>
          </a:p>
          <a:p>
            <a:pPr indent="-254000" lvl="0" marL="342900" marR="0" rtl="0" algn="l">
              <a:spcBef>
                <a:spcPts val="560"/>
              </a:spcBef>
              <a:spcAft>
                <a:spcPts val="0"/>
              </a:spcAft>
              <a:buClr>
                <a:schemeClr val="dk1"/>
              </a:buClr>
              <a:buSzPts val="1400"/>
              <a:buFont typeface="Noto Sans Symbols"/>
              <a:buNone/>
            </a:pPr>
            <a:r>
              <a:t/>
            </a:r>
            <a:endParaRPr b="0" sz="2800">
              <a:solidFill>
                <a:schemeClr val="dk1"/>
              </a:solidFill>
              <a:latin typeface="Arial"/>
              <a:ea typeface="Arial"/>
              <a:cs typeface="Arial"/>
              <a:sym typeface="Arial"/>
            </a:endParaRPr>
          </a:p>
        </p:txBody>
      </p:sp>
      <p:sp>
        <p:nvSpPr>
          <p:cNvPr id="103" name="Google Shape;103;p5"/>
          <p:cNvSpPr/>
          <p:nvPr/>
        </p:nvSpPr>
        <p:spPr>
          <a:xfrm>
            <a:off x="6407575" y="3237779"/>
            <a:ext cx="1728193" cy="338554"/>
          </a:xfrm>
          <a:prstGeom prst="flowChartPreparation">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0" lang="es-CL" sz="1600">
                <a:solidFill>
                  <a:schemeClr val="dk1"/>
                </a:solidFill>
                <a:latin typeface="Arial"/>
                <a:ea typeface="Arial"/>
                <a:cs typeface="Arial"/>
                <a:sym typeface="Arial"/>
              </a:rPr>
              <a:t>resp=“si”</a:t>
            </a:r>
            <a:endParaRPr b="1" i="0" sz="1600" u="none" cap="none" strike="noStrike">
              <a:solidFill>
                <a:schemeClr val="dk1"/>
              </a:solidFill>
              <a:latin typeface="Arial"/>
              <a:ea typeface="Arial"/>
              <a:cs typeface="Arial"/>
              <a:sym typeface="Arial"/>
            </a:endParaRPr>
          </a:p>
        </p:txBody>
      </p:sp>
      <p:cxnSp>
        <p:nvCxnSpPr>
          <p:cNvPr id="104" name="Google Shape;104;p5"/>
          <p:cNvCxnSpPr>
            <a:stCxn id="103" idx="2"/>
            <a:endCxn id="105" idx="0"/>
          </p:cNvCxnSpPr>
          <p:nvPr/>
        </p:nvCxnSpPr>
        <p:spPr>
          <a:xfrm>
            <a:off x="7271672" y="3576333"/>
            <a:ext cx="23700" cy="305700"/>
          </a:xfrm>
          <a:prstGeom prst="straightConnector1">
            <a:avLst/>
          </a:prstGeom>
          <a:noFill/>
          <a:ln cap="flat" cmpd="sng" w="9525">
            <a:solidFill>
              <a:schemeClr val="dk1"/>
            </a:solidFill>
            <a:prstDash val="solid"/>
            <a:round/>
            <a:headEnd len="sm" w="sm" type="none"/>
            <a:tailEnd len="med" w="med" type="triangle"/>
          </a:ln>
        </p:spPr>
      </p:cxnSp>
      <p:cxnSp>
        <p:nvCxnSpPr>
          <p:cNvPr id="106" name="Google Shape;106;p5"/>
          <p:cNvCxnSpPr>
            <a:stCxn id="107" idx="4"/>
          </p:cNvCxnSpPr>
          <p:nvPr/>
        </p:nvCxnSpPr>
        <p:spPr>
          <a:xfrm flipH="1" rot="5400000">
            <a:off x="6052771" y="3798200"/>
            <a:ext cx="1610100" cy="827700"/>
          </a:xfrm>
          <a:prstGeom prst="bentConnector5">
            <a:avLst>
              <a:gd fmla="val -14198" name="adj1"/>
              <a:gd fmla="val 182903" name="adj2"/>
              <a:gd fmla="val 99993" name="adj3"/>
            </a:avLst>
          </a:prstGeom>
          <a:noFill/>
          <a:ln cap="flat" cmpd="sng" w="9525">
            <a:solidFill>
              <a:schemeClr val="dk1"/>
            </a:solidFill>
            <a:prstDash val="solid"/>
            <a:round/>
            <a:headEnd len="sm" w="sm" type="none"/>
            <a:tailEnd len="med" w="med" type="stealth"/>
          </a:ln>
        </p:spPr>
      </p:cxnSp>
      <p:cxnSp>
        <p:nvCxnSpPr>
          <p:cNvPr id="108" name="Google Shape;108;p5"/>
          <p:cNvCxnSpPr>
            <a:stCxn id="103" idx="3"/>
            <a:endCxn id="109" idx="0"/>
          </p:cNvCxnSpPr>
          <p:nvPr/>
        </p:nvCxnSpPr>
        <p:spPr>
          <a:xfrm flipH="1">
            <a:off x="7271768" y="3407056"/>
            <a:ext cx="864000" cy="2285700"/>
          </a:xfrm>
          <a:prstGeom prst="bentConnector4">
            <a:avLst>
              <a:gd fmla="val -80731" name="adj1"/>
              <a:gd fmla="val 91656" name="adj2"/>
            </a:avLst>
          </a:prstGeom>
          <a:noFill/>
          <a:ln cap="flat" cmpd="sng" w="9525">
            <a:solidFill>
              <a:schemeClr val="dk1"/>
            </a:solidFill>
            <a:prstDash val="solid"/>
            <a:round/>
            <a:headEnd len="sm" w="sm" type="none"/>
            <a:tailEnd len="med" w="med" type="triangle"/>
          </a:ln>
        </p:spPr>
      </p:cxnSp>
      <p:sp>
        <p:nvSpPr>
          <p:cNvPr id="110" name="Google Shape;110;p5"/>
          <p:cNvSpPr txBox="1"/>
          <p:nvPr/>
        </p:nvSpPr>
        <p:spPr>
          <a:xfrm>
            <a:off x="7127656" y="3557140"/>
            <a:ext cx="541436"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s-CL" sz="1200">
                <a:solidFill>
                  <a:schemeClr val="dk1"/>
                </a:solidFill>
                <a:latin typeface="Arial"/>
                <a:ea typeface="Arial"/>
                <a:cs typeface="Arial"/>
                <a:sym typeface="Arial"/>
              </a:rPr>
              <a:t>Si</a:t>
            </a:r>
            <a:endParaRPr b="0" sz="1200">
              <a:solidFill>
                <a:schemeClr val="dk1"/>
              </a:solidFill>
              <a:latin typeface="Arial"/>
              <a:ea typeface="Arial"/>
              <a:cs typeface="Arial"/>
              <a:sym typeface="Arial"/>
            </a:endParaRPr>
          </a:p>
        </p:txBody>
      </p:sp>
      <p:sp>
        <p:nvSpPr>
          <p:cNvPr id="111" name="Google Shape;111;p5"/>
          <p:cNvSpPr txBox="1"/>
          <p:nvPr/>
        </p:nvSpPr>
        <p:spPr>
          <a:xfrm>
            <a:off x="8145429" y="3171598"/>
            <a:ext cx="5664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s-CL" sz="1200">
                <a:solidFill>
                  <a:schemeClr val="dk1"/>
                </a:solidFill>
                <a:latin typeface="Arial"/>
                <a:ea typeface="Arial"/>
                <a:cs typeface="Arial"/>
                <a:sym typeface="Arial"/>
              </a:rPr>
              <a:t>no</a:t>
            </a:r>
            <a:endParaRPr b="0" sz="1200">
              <a:solidFill>
                <a:schemeClr val="dk1"/>
              </a:solidFill>
              <a:latin typeface="Arial"/>
              <a:ea typeface="Arial"/>
              <a:cs typeface="Arial"/>
              <a:sym typeface="Arial"/>
            </a:endParaRPr>
          </a:p>
        </p:txBody>
      </p:sp>
      <p:sp>
        <p:nvSpPr>
          <p:cNvPr id="112" name="Google Shape;112;p5"/>
          <p:cNvSpPr/>
          <p:nvPr/>
        </p:nvSpPr>
        <p:spPr>
          <a:xfrm>
            <a:off x="6707575" y="2013643"/>
            <a:ext cx="1152128" cy="432792"/>
          </a:xfrm>
          <a:prstGeom prst="ellipse">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Arial"/>
              <a:buNone/>
            </a:pPr>
            <a:r>
              <a:rPr b="1" i="0" lang="es-CL" sz="1400" u="none" cap="none" strike="noStrike">
                <a:solidFill>
                  <a:schemeClr val="dk1"/>
                </a:solidFill>
                <a:latin typeface="Arial"/>
                <a:ea typeface="Arial"/>
                <a:cs typeface="Arial"/>
                <a:sym typeface="Arial"/>
              </a:rPr>
              <a:t>INICIO</a:t>
            </a:r>
            <a:endParaRPr b="1" i="0" sz="1400" u="none" cap="none" strike="noStrike">
              <a:solidFill>
                <a:schemeClr val="dk1"/>
              </a:solidFill>
              <a:latin typeface="Arial"/>
              <a:ea typeface="Arial"/>
              <a:cs typeface="Arial"/>
              <a:sym typeface="Arial"/>
            </a:endParaRPr>
          </a:p>
        </p:txBody>
      </p:sp>
      <p:cxnSp>
        <p:nvCxnSpPr>
          <p:cNvPr id="113" name="Google Shape;113;p5"/>
          <p:cNvCxnSpPr>
            <a:stCxn id="112" idx="4"/>
            <a:endCxn id="114" idx="0"/>
          </p:cNvCxnSpPr>
          <p:nvPr/>
        </p:nvCxnSpPr>
        <p:spPr>
          <a:xfrm flipH="1">
            <a:off x="7281239" y="2446435"/>
            <a:ext cx="2400" cy="234900"/>
          </a:xfrm>
          <a:prstGeom prst="straightConnector1">
            <a:avLst/>
          </a:prstGeom>
          <a:noFill/>
          <a:ln cap="flat" cmpd="sng" w="9525">
            <a:solidFill>
              <a:schemeClr val="dk1"/>
            </a:solidFill>
            <a:prstDash val="solid"/>
            <a:round/>
            <a:headEnd len="sm" w="sm" type="none"/>
            <a:tailEnd len="med" w="med" type="triangle"/>
          </a:ln>
        </p:spPr>
      </p:cxnSp>
      <p:sp>
        <p:nvSpPr>
          <p:cNvPr id="105" name="Google Shape;105;p5"/>
          <p:cNvSpPr/>
          <p:nvPr/>
        </p:nvSpPr>
        <p:spPr>
          <a:xfrm>
            <a:off x="6372200" y="3881944"/>
            <a:ext cx="1846493" cy="411152"/>
          </a:xfrm>
          <a:prstGeom prst="parallelogram">
            <a:avLst>
              <a:gd fmla="val 55653" name="adj"/>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9900"/>
              </a:buClr>
              <a:buSzPts val="3200"/>
              <a:buFont typeface="Arial"/>
              <a:buNone/>
            </a:pPr>
            <a:r>
              <a:t/>
            </a:r>
            <a:endParaRPr b="1" i="0" sz="3200" u="none" cap="none" strike="noStrike">
              <a:solidFill>
                <a:schemeClr val="dk1"/>
              </a:solidFill>
              <a:latin typeface="Arial"/>
              <a:ea typeface="Arial"/>
              <a:cs typeface="Arial"/>
              <a:sym typeface="Arial"/>
            </a:endParaRPr>
          </a:p>
        </p:txBody>
      </p:sp>
      <p:sp>
        <p:nvSpPr>
          <p:cNvPr id="109" name="Google Shape;109;p5"/>
          <p:cNvSpPr/>
          <p:nvPr/>
        </p:nvSpPr>
        <p:spPr>
          <a:xfrm>
            <a:off x="6695607" y="5692739"/>
            <a:ext cx="1152128" cy="432792"/>
          </a:xfrm>
          <a:prstGeom prst="ellipse">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Arial"/>
              <a:buNone/>
            </a:pPr>
            <a:r>
              <a:rPr b="1" lang="es-CL" sz="1400">
                <a:solidFill>
                  <a:schemeClr val="dk1"/>
                </a:solidFill>
                <a:latin typeface="Arial"/>
                <a:ea typeface="Arial"/>
                <a:cs typeface="Arial"/>
                <a:sym typeface="Arial"/>
              </a:rPr>
              <a:t>F</a:t>
            </a:r>
            <a:r>
              <a:rPr b="1" i="0" lang="es-CL" sz="1400" u="none" cap="none" strike="noStrike">
                <a:solidFill>
                  <a:schemeClr val="dk1"/>
                </a:solidFill>
                <a:latin typeface="Arial"/>
                <a:ea typeface="Arial"/>
                <a:cs typeface="Arial"/>
                <a:sym typeface="Arial"/>
              </a:rPr>
              <a:t>IN</a:t>
            </a:r>
            <a:endParaRPr b="1" i="0" sz="1400" u="none" cap="none" strike="noStrike">
              <a:solidFill>
                <a:schemeClr val="dk1"/>
              </a:solidFill>
              <a:latin typeface="Arial"/>
              <a:ea typeface="Arial"/>
              <a:cs typeface="Arial"/>
              <a:sym typeface="Arial"/>
            </a:endParaRPr>
          </a:p>
        </p:txBody>
      </p:sp>
      <p:sp>
        <p:nvSpPr>
          <p:cNvPr id="114" name="Google Shape;114;p5"/>
          <p:cNvSpPr/>
          <p:nvPr/>
        </p:nvSpPr>
        <p:spPr>
          <a:xfrm>
            <a:off x="6627276" y="2681329"/>
            <a:ext cx="1308111" cy="338554"/>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lang="es-CL" sz="1600">
                <a:solidFill>
                  <a:schemeClr val="dk1"/>
                </a:solidFill>
                <a:latin typeface="Arial"/>
                <a:ea typeface="Arial"/>
                <a:cs typeface="Arial"/>
                <a:sym typeface="Arial"/>
              </a:rPr>
              <a:t>r</a:t>
            </a:r>
            <a:r>
              <a:rPr b="0" i="0" lang="es-CL" sz="1600" u="none" cap="none" strike="noStrike">
                <a:solidFill>
                  <a:schemeClr val="dk1"/>
                </a:solidFill>
                <a:latin typeface="Arial"/>
                <a:ea typeface="Arial"/>
                <a:cs typeface="Arial"/>
                <a:sym typeface="Arial"/>
              </a:rPr>
              <a:t>esp=“si”</a:t>
            </a:r>
            <a:endParaRPr b="0" i="0" sz="1600" u="none" cap="none" strike="noStrike">
              <a:solidFill>
                <a:schemeClr val="dk1"/>
              </a:solidFill>
              <a:latin typeface="Arial"/>
              <a:ea typeface="Arial"/>
              <a:cs typeface="Arial"/>
              <a:sym typeface="Arial"/>
            </a:endParaRPr>
          </a:p>
        </p:txBody>
      </p:sp>
      <p:cxnSp>
        <p:nvCxnSpPr>
          <p:cNvPr id="115" name="Google Shape;115;p5"/>
          <p:cNvCxnSpPr>
            <a:stCxn id="114" idx="2"/>
            <a:endCxn id="103" idx="0"/>
          </p:cNvCxnSpPr>
          <p:nvPr/>
        </p:nvCxnSpPr>
        <p:spPr>
          <a:xfrm flipH="1">
            <a:off x="7271732" y="3019883"/>
            <a:ext cx="9600" cy="217800"/>
          </a:xfrm>
          <a:prstGeom prst="straightConnector1">
            <a:avLst/>
          </a:prstGeom>
          <a:noFill/>
          <a:ln cap="flat" cmpd="sng" w="9525">
            <a:solidFill>
              <a:schemeClr val="dk1"/>
            </a:solidFill>
            <a:prstDash val="solid"/>
            <a:round/>
            <a:headEnd len="sm" w="sm" type="none"/>
            <a:tailEnd len="med" w="med" type="triangle"/>
          </a:ln>
        </p:spPr>
      </p:cxnSp>
      <p:sp>
        <p:nvSpPr>
          <p:cNvPr id="116" name="Google Shape;116;p5"/>
          <p:cNvSpPr txBox="1"/>
          <p:nvPr/>
        </p:nvSpPr>
        <p:spPr>
          <a:xfrm>
            <a:off x="6759609" y="3834139"/>
            <a:ext cx="1157688"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s-CL" sz="1400">
                <a:solidFill>
                  <a:schemeClr val="dk1"/>
                </a:solidFill>
                <a:latin typeface="Arial"/>
                <a:ea typeface="Arial"/>
                <a:cs typeface="Arial"/>
                <a:sym typeface="Arial"/>
              </a:rPr>
              <a:t>(“*”)</a:t>
            </a:r>
            <a:endParaRPr b="0" sz="1400">
              <a:solidFill>
                <a:schemeClr val="dk1"/>
              </a:solidFill>
              <a:latin typeface="Arial"/>
              <a:ea typeface="Arial"/>
              <a:cs typeface="Arial"/>
              <a:sym typeface="Arial"/>
            </a:endParaRPr>
          </a:p>
          <a:p>
            <a:pPr indent="0" lvl="0" marL="0" marR="0" rtl="0" algn="ctr">
              <a:spcBef>
                <a:spcPts val="0"/>
              </a:spcBef>
              <a:spcAft>
                <a:spcPts val="0"/>
              </a:spcAft>
              <a:buNone/>
            </a:pPr>
            <a:r>
              <a:rPr b="0" lang="es-CL" sz="1400">
                <a:solidFill>
                  <a:schemeClr val="dk1"/>
                </a:solidFill>
                <a:latin typeface="Arial"/>
                <a:ea typeface="Arial"/>
                <a:cs typeface="Arial"/>
                <a:sym typeface="Arial"/>
              </a:rPr>
              <a:t>(“otra vez?”)</a:t>
            </a:r>
            <a:endParaRPr b="0" sz="1400">
              <a:solidFill>
                <a:schemeClr val="dk1"/>
              </a:solidFill>
              <a:latin typeface="Arial"/>
              <a:ea typeface="Arial"/>
              <a:cs typeface="Arial"/>
              <a:sym typeface="Arial"/>
            </a:endParaRPr>
          </a:p>
        </p:txBody>
      </p:sp>
      <p:sp>
        <p:nvSpPr>
          <p:cNvPr id="107" name="Google Shape;107;p5"/>
          <p:cNvSpPr/>
          <p:nvPr/>
        </p:nvSpPr>
        <p:spPr>
          <a:xfrm>
            <a:off x="6443579" y="4509120"/>
            <a:ext cx="1656184" cy="507980"/>
          </a:xfrm>
          <a:prstGeom prst="parallelogram">
            <a:avLst>
              <a:gd fmla="val 55653" name="adj"/>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0" lang="es-CL" sz="1600">
                <a:solidFill>
                  <a:schemeClr val="dk1"/>
                </a:solidFill>
                <a:latin typeface="Arial"/>
                <a:ea typeface="Arial"/>
                <a:cs typeface="Arial"/>
                <a:sym typeface="Arial"/>
              </a:rPr>
              <a:t>resp</a:t>
            </a:r>
            <a:endParaRPr b="0" sz="1600">
              <a:solidFill>
                <a:schemeClr val="dk1"/>
              </a:solidFill>
              <a:latin typeface="Arial"/>
              <a:ea typeface="Arial"/>
              <a:cs typeface="Arial"/>
              <a:sym typeface="Arial"/>
            </a:endParaRPr>
          </a:p>
          <a:p>
            <a:pPr indent="0" lvl="0" marL="0" marR="0" rtl="0" algn="ctr">
              <a:lnSpc>
                <a:spcPct val="100000"/>
              </a:lnSpc>
              <a:spcBef>
                <a:spcPts val="0"/>
              </a:spcBef>
              <a:spcAft>
                <a:spcPts val="0"/>
              </a:spcAft>
              <a:buClr>
                <a:srgbClr val="CC9900"/>
              </a:buClr>
              <a:buSzPts val="100"/>
              <a:buFont typeface="Arial"/>
              <a:buNone/>
            </a:pPr>
            <a:r>
              <a:t/>
            </a:r>
            <a:endParaRPr b="1" i="0" sz="100" u="none" cap="none" strike="noStrike">
              <a:solidFill>
                <a:schemeClr val="dk1"/>
              </a:solidFill>
              <a:latin typeface="Arial"/>
              <a:ea typeface="Arial"/>
              <a:cs typeface="Arial"/>
              <a:sym typeface="Arial"/>
            </a:endParaRPr>
          </a:p>
        </p:txBody>
      </p:sp>
      <p:cxnSp>
        <p:nvCxnSpPr>
          <p:cNvPr id="117" name="Google Shape;117;p5"/>
          <p:cNvCxnSpPr/>
          <p:nvPr/>
        </p:nvCxnSpPr>
        <p:spPr>
          <a:xfrm flipH="1">
            <a:off x="7283639" y="4293096"/>
            <a:ext cx="9660" cy="217896"/>
          </a:xfrm>
          <a:prstGeom prst="straightConnector1">
            <a:avLst/>
          </a:prstGeom>
          <a:noFill/>
          <a:ln cap="flat" cmpd="sng" w="9525">
            <a:solidFill>
              <a:schemeClr val="dk1"/>
            </a:solidFill>
            <a:prstDash val="solid"/>
            <a:round/>
            <a:headEnd len="sm" w="sm" type="none"/>
            <a:tailEnd len="med" w="med" type="triangle"/>
          </a:ln>
        </p:spPr>
      </p:cxnSp>
      <p:cxnSp>
        <p:nvCxnSpPr>
          <p:cNvPr id="118" name="Google Shape;118;p5"/>
          <p:cNvCxnSpPr/>
          <p:nvPr/>
        </p:nvCxnSpPr>
        <p:spPr>
          <a:xfrm>
            <a:off x="7902328" y="3978572"/>
            <a:ext cx="566404" cy="0"/>
          </a:xfrm>
          <a:prstGeom prst="straightConnector1">
            <a:avLst/>
          </a:prstGeom>
          <a:noFill/>
          <a:ln cap="flat" cmpd="sng" w="9525">
            <a:solidFill>
              <a:schemeClr val="dk1"/>
            </a:solidFill>
            <a:prstDash val="solid"/>
            <a:round/>
            <a:headEnd len="sm" w="sm" type="none"/>
            <a:tailEnd len="med" w="med" type="triangle"/>
          </a:ln>
        </p:spPr>
      </p:cxnSp>
      <p:cxnSp>
        <p:nvCxnSpPr>
          <p:cNvPr id="119" name="Google Shape;119;p5"/>
          <p:cNvCxnSpPr/>
          <p:nvPr/>
        </p:nvCxnSpPr>
        <p:spPr>
          <a:xfrm rot="10800000">
            <a:off x="7703719" y="4654162"/>
            <a:ext cx="550350" cy="0"/>
          </a:xfrm>
          <a:prstGeom prst="straightConnector1">
            <a:avLst/>
          </a:prstGeom>
          <a:noFill/>
          <a:ln cap="flat" cmpd="sng" w="9525">
            <a:solidFill>
              <a:schemeClr val="dk1"/>
            </a:solidFill>
            <a:prstDash val="solid"/>
            <a:round/>
            <a:headEnd len="sm" w="sm" type="none"/>
            <a:tailEnd len="med" w="med" type="triangle"/>
          </a:ln>
        </p:spPr>
      </p:cxnSp>
      <p:pic>
        <p:nvPicPr>
          <p:cNvPr id="120" name="Google Shape;120;p5"/>
          <p:cNvPicPr preferRelativeResize="0"/>
          <p:nvPr/>
        </p:nvPicPr>
        <p:blipFill rotWithShape="1">
          <a:blip r:embed="rId3">
            <a:alphaModFix/>
          </a:blip>
          <a:srcRect b="0" l="0" r="0" t="0"/>
          <a:stretch/>
        </p:blipFill>
        <p:spPr>
          <a:xfrm>
            <a:off x="8318500" y="6032500"/>
            <a:ext cx="609600" cy="609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0"/>
                                        </p:tgtEl>
                                        <p:attrNameLst>
                                          <p:attrName>style.visibility</p:attrName>
                                        </p:attrNameLst>
                                      </p:cBhvr>
                                      <p:to>
                                        <p:strVal val="visible"/>
                                      </p:to>
                                    </p:set>
                                    <p:animEffect filter="fade" transition="in">
                                      <p:cBhvr>
                                        <p:cTn dur="1"/>
                                        <p:tgtEl>
                                          <p:spTgt spid="12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00"/>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4" name="Shape 124"/>
        <p:cNvGrpSpPr/>
        <p:nvPr/>
      </p:nvGrpSpPr>
      <p:grpSpPr>
        <a:xfrm>
          <a:off x="0" y="0"/>
          <a:ext cx="0" cy="0"/>
          <a:chOff x="0" y="0"/>
          <a:chExt cx="0" cy="0"/>
        </a:xfrm>
      </p:grpSpPr>
      <p:sp>
        <p:nvSpPr>
          <p:cNvPr id="125" name="Google Shape;125;p6"/>
          <p:cNvSpPr txBox="1"/>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s-CL" sz="2800">
                <a:solidFill>
                  <a:schemeClr val="dk2"/>
                </a:solidFill>
                <a:latin typeface="Arial"/>
                <a:ea typeface="Arial"/>
                <a:cs typeface="Arial"/>
                <a:sym typeface="Arial"/>
              </a:rPr>
              <a:t>EJEMPLO</a:t>
            </a:r>
            <a:endParaRPr b="1" sz="2800">
              <a:solidFill>
                <a:schemeClr val="dk2"/>
              </a:solidFill>
              <a:latin typeface="Arial"/>
              <a:ea typeface="Arial"/>
              <a:cs typeface="Arial"/>
              <a:sym typeface="Arial"/>
            </a:endParaRPr>
          </a:p>
        </p:txBody>
      </p:sp>
      <p:sp>
        <p:nvSpPr>
          <p:cNvPr id="126" name="Google Shape;126;p6"/>
          <p:cNvSpPr txBox="1"/>
          <p:nvPr/>
        </p:nvSpPr>
        <p:spPr>
          <a:xfrm>
            <a:off x="1547664" y="1052736"/>
            <a:ext cx="7344816" cy="1584175"/>
          </a:xfrm>
          <a:prstGeom prst="rect">
            <a:avLst/>
          </a:prstGeom>
          <a:noFill/>
          <a:ln>
            <a:noFill/>
          </a:ln>
        </p:spPr>
        <p:txBody>
          <a:bodyPr anchorCtr="0" anchor="t" bIns="45700" lIns="91425" spcFirstLastPara="1" rIns="91425" wrap="square" tIns="45700">
            <a:noAutofit/>
          </a:bodyPr>
          <a:lstStyle/>
          <a:p>
            <a:pPr indent="0" lvl="0" marL="0" marR="0" rtl="0" algn="just">
              <a:lnSpc>
                <a:spcPct val="120000"/>
              </a:lnSpc>
              <a:spcBef>
                <a:spcPts val="0"/>
              </a:spcBef>
              <a:spcAft>
                <a:spcPts val="0"/>
              </a:spcAft>
              <a:buClr>
                <a:srgbClr val="21218A"/>
              </a:buClr>
              <a:buSzPts val="1000"/>
              <a:buFont typeface="Noto Sans Symbols"/>
              <a:buNone/>
            </a:pPr>
            <a:r>
              <a:rPr b="0" lang="es-CL" sz="2000">
                <a:solidFill>
                  <a:srgbClr val="21218A"/>
                </a:solidFill>
                <a:latin typeface="Arial"/>
                <a:ea typeface="Arial"/>
                <a:cs typeface="Arial"/>
                <a:sym typeface="Arial"/>
              </a:rPr>
              <a:t>Diseñe un algoritmo en diagrama de flujo y Python que calcule la división de dos números, el programa debe validar que el divisor sea distinto de cero, sino debe solicitarlo nuevamente hasta que el valor sea correcto.</a:t>
            </a:r>
            <a:endParaRPr/>
          </a:p>
          <a:p>
            <a:pPr indent="-279400" lvl="0" marL="342900" marR="0" rtl="0" algn="l">
              <a:lnSpc>
                <a:spcPct val="120000"/>
              </a:lnSpc>
              <a:spcBef>
                <a:spcPts val="400"/>
              </a:spcBef>
              <a:spcAft>
                <a:spcPts val="0"/>
              </a:spcAft>
              <a:buClr>
                <a:schemeClr val="dk1"/>
              </a:buClr>
              <a:buSzPts val="1000"/>
              <a:buFont typeface="Noto Sans Symbols"/>
              <a:buNone/>
            </a:pPr>
            <a:r>
              <a:t/>
            </a:r>
            <a:endParaRPr b="0" sz="2000">
              <a:solidFill>
                <a:schemeClr val="dk1"/>
              </a:solidFill>
              <a:latin typeface="Arial"/>
              <a:ea typeface="Arial"/>
              <a:cs typeface="Arial"/>
              <a:sym typeface="Arial"/>
            </a:endParaRPr>
          </a:p>
          <a:p>
            <a:pPr indent="-279400" lvl="0" marL="342900" marR="0" rtl="0" algn="l">
              <a:lnSpc>
                <a:spcPct val="120000"/>
              </a:lnSpc>
              <a:spcBef>
                <a:spcPts val="400"/>
              </a:spcBef>
              <a:spcAft>
                <a:spcPts val="0"/>
              </a:spcAft>
              <a:buClr>
                <a:schemeClr val="dk1"/>
              </a:buClr>
              <a:buSzPts val="1000"/>
              <a:buFont typeface="Noto Sans Symbols"/>
              <a:buNone/>
            </a:pPr>
            <a:r>
              <a:t/>
            </a:r>
            <a:endParaRPr b="0" sz="2000">
              <a:solidFill>
                <a:schemeClr val="dk1"/>
              </a:solidFill>
              <a:latin typeface="Arial"/>
              <a:ea typeface="Arial"/>
              <a:cs typeface="Arial"/>
              <a:sym typeface="Arial"/>
            </a:endParaRPr>
          </a:p>
          <a:p>
            <a:pPr indent="-279400" lvl="0" marL="342900" marR="0" rtl="0" algn="l">
              <a:lnSpc>
                <a:spcPct val="120000"/>
              </a:lnSpc>
              <a:spcBef>
                <a:spcPts val="400"/>
              </a:spcBef>
              <a:spcAft>
                <a:spcPts val="0"/>
              </a:spcAft>
              <a:buClr>
                <a:schemeClr val="dk1"/>
              </a:buClr>
              <a:buSzPts val="1000"/>
              <a:buFont typeface="Noto Sans Symbols"/>
              <a:buNone/>
            </a:pPr>
            <a:r>
              <a:t/>
            </a:r>
            <a:endParaRPr b="0" sz="2000">
              <a:solidFill>
                <a:schemeClr val="dk1"/>
              </a:solidFill>
              <a:latin typeface="Arial"/>
              <a:ea typeface="Arial"/>
              <a:cs typeface="Arial"/>
              <a:sym typeface="Arial"/>
            </a:endParaRPr>
          </a:p>
        </p:txBody>
      </p:sp>
      <p:sp>
        <p:nvSpPr>
          <p:cNvPr id="127" name="Google Shape;127;p6"/>
          <p:cNvSpPr txBox="1"/>
          <p:nvPr/>
        </p:nvSpPr>
        <p:spPr>
          <a:xfrm>
            <a:off x="1722512" y="3140968"/>
            <a:ext cx="7067128" cy="1872208"/>
          </a:xfrm>
          <a:prstGeom prst="rect">
            <a:avLst/>
          </a:prstGeom>
          <a:noFill/>
          <a:ln>
            <a:noFill/>
          </a:ln>
        </p:spPr>
        <p:txBody>
          <a:bodyPr anchorCtr="0" anchor="t" bIns="45700" lIns="91425" spcFirstLastPara="1" rIns="91425" wrap="square" tIns="45700">
            <a:normAutofit fontScale="62500" lnSpcReduction="20000"/>
          </a:bodyPr>
          <a:lstStyle/>
          <a:p>
            <a:pPr indent="0" lvl="0" marL="0" marR="0" rtl="0" algn="just">
              <a:spcBef>
                <a:spcPts val="0"/>
              </a:spcBef>
              <a:spcAft>
                <a:spcPts val="0"/>
              </a:spcAft>
              <a:buClr>
                <a:srgbClr val="21218A"/>
              </a:buClr>
              <a:buSzPct val="50000"/>
              <a:buFont typeface="Noto Sans Symbols"/>
              <a:buNone/>
            </a:pPr>
            <a:r>
              <a:rPr b="0" i="1" lang="es-CL" sz="2800">
                <a:solidFill>
                  <a:srgbClr val="21218A"/>
                </a:solidFill>
                <a:latin typeface="Consolas"/>
                <a:ea typeface="Consolas"/>
                <a:cs typeface="Consolas"/>
                <a:sym typeface="Consolas"/>
              </a:rPr>
              <a:t>Ejemplo:</a:t>
            </a:r>
            <a:endParaRPr/>
          </a:p>
          <a:p>
            <a:pPr indent="0" lvl="0" marL="0" marR="0" rtl="0" algn="just">
              <a:spcBef>
                <a:spcPts val="350"/>
              </a:spcBef>
              <a:spcAft>
                <a:spcPts val="0"/>
              </a:spcAft>
              <a:buClr>
                <a:srgbClr val="21218A"/>
              </a:buClr>
              <a:buSzPct val="50000"/>
              <a:buFont typeface="Noto Sans Symbols"/>
              <a:buNone/>
            </a:pPr>
            <a:r>
              <a:rPr b="0" i="1" lang="es-CL" sz="2800">
                <a:solidFill>
                  <a:srgbClr val="21218A"/>
                </a:solidFill>
                <a:latin typeface="Consolas"/>
                <a:ea typeface="Consolas"/>
                <a:cs typeface="Consolas"/>
                <a:sym typeface="Consolas"/>
              </a:rPr>
              <a:t>Ingresa el dividendo: 15</a:t>
            </a:r>
            <a:endParaRPr/>
          </a:p>
          <a:p>
            <a:pPr indent="0" lvl="0" marL="0" marR="0" rtl="0" algn="just">
              <a:spcBef>
                <a:spcPts val="350"/>
              </a:spcBef>
              <a:spcAft>
                <a:spcPts val="0"/>
              </a:spcAft>
              <a:buClr>
                <a:srgbClr val="21218A"/>
              </a:buClr>
              <a:buSzPct val="50000"/>
              <a:buFont typeface="Noto Sans Symbols"/>
              <a:buNone/>
            </a:pPr>
            <a:r>
              <a:rPr b="0" i="1" lang="es-CL" sz="2800">
                <a:solidFill>
                  <a:srgbClr val="21218A"/>
                </a:solidFill>
                <a:latin typeface="Consolas"/>
                <a:ea typeface="Consolas"/>
                <a:cs typeface="Consolas"/>
                <a:sym typeface="Consolas"/>
              </a:rPr>
              <a:t>Ingresa el divisor: 0</a:t>
            </a:r>
            <a:endParaRPr/>
          </a:p>
          <a:p>
            <a:pPr indent="0" lvl="0" marL="0" marR="0" rtl="0" algn="just">
              <a:spcBef>
                <a:spcPts val="350"/>
              </a:spcBef>
              <a:spcAft>
                <a:spcPts val="0"/>
              </a:spcAft>
              <a:buClr>
                <a:srgbClr val="21218A"/>
              </a:buClr>
              <a:buSzPct val="50000"/>
              <a:buFont typeface="Noto Sans Symbols"/>
              <a:buNone/>
            </a:pPr>
            <a:r>
              <a:rPr b="0" i="1" lang="es-CL" sz="2800">
                <a:solidFill>
                  <a:srgbClr val="21218A"/>
                </a:solidFill>
                <a:latin typeface="Consolas"/>
                <a:ea typeface="Consolas"/>
                <a:cs typeface="Consolas"/>
                <a:sym typeface="Consolas"/>
              </a:rPr>
              <a:t>El divisor debe ser distinto de 0, ingresa otra vez: 0</a:t>
            </a:r>
            <a:endParaRPr/>
          </a:p>
          <a:p>
            <a:pPr indent="0" lvl="0" marL="0" marR="0" rtl="0" algn="just">
              <a:spcBef>
                <a:spcPts val="350"/>
              </a:spcBef>
              <a:spcAft>
                <a:spcPts val="0"/>
              </a:spcAft>
              <a:buClr>
                <a:srgbClr val="21218A"/>
              </a:buClr>
              <a:buSzPct val="50000"/>
              <a:buFont typeface="Noto Sans Symbols"/>
              <a:buNone/>
            </a:pPr>
            <a:r>
              <a:rPr b="0" i="1" lang="es-CL" sz="2800">
                <a:solidFill>
                  <a:srgbClr val="21218A"/>
                </a:solidFill>
                <a:latin typeface="Consolas"/>
                <a:ea typeface="Consolas"/>
                <a:cs typeface="Consolas"/>
                <a:sym typeface="Consolas"/>
              </a:rPr>
              <a:t>El divisor debe ser distinto de 0, ingresa otra vez: 3</a:t>
            </a:r>
            <a:endParaRPr/>
          </a:p>
          <a:p>
            <a:pPr indent="0" lvl="0" marL="0" marR="0" rtl="0" algn="just">
              <a:spcBef>
                <a:spcPts val="350"/>
              </a:spcBef>
              <a:spcAft>
                <a:spcPts val="0"/>
              </a:spcAft>
              <a:buClr>
                <a:srgbClr val="21218A"/>
              </a:buClr>
              <a:buSzPct val="50000"/>
              <a:buFont typeface="Noto Sans Symbols"/>
              <a:buNone/>
            </a:pPr>
            <a:r>
              <a:rPr b="0" i="1" lang="es-CL" sz="2800">
                <a:solidFill>
                  <a:srgbClr val="21218A"/>
                </a:solidFill>
                <a:latin typeface="Consolas"/>
                <a:ea typeface="Consolas"/>
                <a:cs typeface="Consolas"/>
                <a:sym typeface="Consolas"/>
              </a:rPr>
              <a:t>La división es: 5</a:t>
            </a:r>
            <a:endParaRPr b="0" i="1" sz="2800">
              <a:solidFill>
                <a:srgbClr val="21218A"/>
              </a:solidFill>
              <a:latin typeface="Consolas"/>
              <a:ea typeface="Consolas"/>
              <a:cs typeface="Consolas"/>
              <a:sym typeface="Consolas"/>
            </a:endParaRPr>
          </a:p>
          <a:p>
            <a:pPr indent="0" lvl="0" marL="0" marR="0" rtl="0" algn="just">
              <a:spcBef>
                <a:spcPts val="350"/>
              </a:spcBef>
              <a:spcAft>
                <a:spcPts val="0"/>
              </a:spcAft>
              <a:buClr>
                <a:schemeClr val="dk1"/>
              </a:buClr>
              <a:buSzPct val="50000"/>
              <a:buFont typeface="Noto Sans Symbols"/>
              <a:buNone/>
            </a:pPr>
            <a:r>
              <a:t/>
            </a:r>
            <a:endParaRPr b="0" i="1" sz="2800">
              <a:solidFill>
                <a:srgbClr val="21218A"/>
              </a:solidFill>
              <a:latin typeface="Consolas"/>
              <a:ea typeface="Consolas"/>
              <a:cs typeface="Consolas"/>
              <a:sym typeface="Consolas"/>
            </a:endParaRPr>
          </a:p>
          <a:p>
            <a:pPr indent="0" lvl="0" marL="0" marR="0" rtl="0" algn="just">
              <a:spcBef>
                <a:spcPts val="350"/>
              </a:spcBef>
              <a:spcAft>
                <a:spcPts val="0"/>
              </a:spcAft>
              <a:buClr>
                <a:schemeClr val="dk1"/>
              </a:buClr>
              <a:buSzPct val="50000"/>
              <a:buFont typeface="Noto Sans Symbols"/>
              <a:buNone/>
            </a:pPr>
            <a:r>
              <a:t/>
            </a:r>
            <a:endParaRPr b="0" i="1" sz="2800">
              <a:solidFill>
                <a:srgbClr val="21218A"/>
              </a:solidFill>
              <a:latin typeface="Consolas"/>
              <a:ea typeface="Consolas"/>
              <a:cs typeface="Consolas"/>
              <a:sym typeface="Consolas"/>
            </a:endParaRPr>
          </a:p>
          <a:p>
            <a:pPr indent="-287338" lvl="0" marL="342900" marR="0" rtl="0" algn="l">
              <a:spcBef>
                <a:spcPts val="350"/>
              </a:spcBef>
              <a:spcAft>
                <a:spcPts val="0"/>
              </a:spcAft>
              <a:buClr>
                <a:schemeClr val="dk1"/>
              </a:buClr>
              <a:buSzPct val="50000"/>
              <a:buFont typeface="Noto Sans Symbols"/>
              <a:buNone/>
            </a:pPr>
            <a:r>
              <a:t/>
            </a:r>
            <a:endParaRPr b="0" i="1" sz="2800">
              <a:solidFill>
                <a:schemeClr val="dk1"/>
              </a:solidFill>
              <a:latin typeface="Consolas"/>
              <a:ea typeface="Consolas"/>
              <a:cs typeface="Consolas"/>
              <a:sym typeface="Consolas"/>
            </a:endParaRPr>
          </a:p>
          <a:p>
            <a:pPr indent="-287338" lvl="0" marL="342900" marR="0" rtl="0" algn="l">
              <a:spcBef>
                <a:spcPts val="350"/>
              </a:spcBef>
              <a:spcAft>
                <a:spcPts val="0"/>
              </a:spcAft>
              <a:buClr>
                <a:schemeClr val="dk1"/>
              </a:buClr>
              <a:buSzPct val="50000"/>
              <a:buFont typeface="Noto Sans Symbols"/>
              <a:buNone/>
            </a:pPr>
            <a:r>
              <a:t/>
            </a:r>
            <a:endParaRPr b="0" i="1" sz="2800">
              <a:solidFill>
                <a:schemeClr val="dk1"/>
              </a:solidFill>
              <a:latin typeface="Consolas"/>
              <a:ea typeface="Consolas"/>
              <a:cs typeface="Consolas"/>
              <a:sym typeface="Consolas"/>
            </a:endParaRPr>
          </a:p>
          <a:p>
            <a:pPr indent="-287338" lvl="0" marL="342900" marR="0" rtl="0" algn="l">
              <a:spcBef>
                <a:spcPts val="350"/>
              </a:spcBef>
              <a:spcAft>
                <a:spcPts val="0"/>
              </a:spcAft>
              <a:buClr>
                <a:schemeClr val="dk1"/>
              </a:buClr>
              <a:buSzPct val="50000"/>
              <a:buFont typeface="Noto Sans Symbols"/>
              <a:buNone/>
            </a:pPr>
            <a:r>
              <a:t/>
            </a:r>
            <a:endParaRPr b="0" i="1" sz="2800">
              <a:solidFill>
                <a:schemeClr val="dk1"/>
              </a:solidFill>
              <a:latin typeface="Consolas"/>
              <a:ea typeface="Consolas"/>
              <a:cs typeface="Consolas"/>
              <a:sym typeface="Consolas"/>
            </a:endParaRPr>
          </a:p>
        </p:txBody>
      </p:sp>
      <p:pic>
        <p:nvPicPr>
          <p:cNvPr id="128" name="Google Shape;128;p6"/>
          <p:cNvPicPr preferRelativeResize="0"/>
          <p:nvPr/>
        </p:nvPicPr>
        <p:blipFill rotWithShape="1">
          <a:blip r:embed="rId3">
            <a:alphaModFix/>
          </a:blip>
          <a:srcRect b="0" l="0" r="0" t="0"/>
          <a:stretch/>
        </p:blipFill>
        <p:spPr>
          <a:xfrm>
            <a:off x="8318500" y="6032500"/>
            <a:ext cx="609600" cy="609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28"/>
                                        </p:tgtEl>
                                        <p:attrNameLst>
                                          <p:attrName>style.visibility</p:attrName>
                                        </p:attrNameLst>
                                      </p:cBhvr>
                                      <p:to>
                                        <p:strVal val="visible"/>
                                      </p:to>
                                    </p:set>
                                    <p:animEffect filter="fade" transition="in">
                                      <p:cBhvr>
                                        <p:cTn dur="1"/>
                                        <p:tgtEl>
                                          <p:spTgt spid="128"/>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2" name="Shape 132"/>
        <p:cNvGrpSpPr/>
        <p:nvPr/>
      </p:nvGrpSpPr>
      <p:grpSpPr>
        <a:xfrm>
          <a:off x="0" y="0"/>
          <a:ext cx="0" cy="0"/>
          <a:chOff x="0" y="0"/>
          <a:chExt cx="0" cy="0"/>
        </a:xfrm>
      </p:grpSpPr>
      <p:sp>
        <p:nvSpPr>
          <p:cNvPr id="133" name="Google Shape;133;p7"/>
          <p:cNvSpPr/>
          <p:nvPr/>
        </p:nvSpPr>
        <p:spPr>
          <a:xfrm>
            <a:off x="35495" y="2708920"/>
            <a:ext cx="5994347" cy="2616101"/>
          </a:xfrm>
          <a:prstGeom prst="rect">
            <a:avLst/>
          </a:prstGeom>
          <a:solidFill>
            <a:schemeClr val="lt1"/>
          </a:solidFill>
          <a:ln>
            <a:noFill/>
          </a:ln>
        </p:spPr>
        <p:txBody>
          <a:bodyPr anchorCtr="0" anchor="t" bIns="45700" lIns="91425" spcFirstLastPara="1" rIns="91425" wrap="square" tIns="45700">
            <a:spAutoFit/>
          </a:bodyPr>
          <a:lstStyle/>
          <a:p>
            <a:pPr indent="0" lvl="1" marL="0" marR="0" rtl="0" algn="l">
              <a:spcBef>
                <a:spcPts val="0"/>
              </a:spcBef>
              <a:spcAft>
                <a:spcPts val="0"/>
              </a:spcAft>
              <a:buClr>
                <a:schemeClr val="dk1"/>
              </a:buClr>
              <a:buSzPts val="2000"/>
              <a:buFont typeface="Arial"/>
              <a:buNone/>
            </a:pPr>
            <a:r>
              <a:rPr b="0" i="0" lang="es-CL" sz="2000" u="none" cap="none" strike="noStrike">
                <a:solidFill>
                  <a:schemeClr val="dk1"/>
                </a:solidFill>
                <a:latin typeface="Arial"/>
                <a:ea typeface="Arial"/>
                <a:cs typeface="Arial"/>
                <a:sym typeface="Arial"/>
              </a:rPr>
              <a:t>Python:</a:t>
            </a:r>
            <a:endParaRPr/>
          </a:p>
          <a:p>
            <a:pPr indent="0" lvl="1" marL="0" marR="0" rtl="0" algn="l">
              <a:spcBef>
                <a:spcPts val="800"/>
              </a:spcBef>
              <a:spcAft>
                <a:spcPts val="0"/>
              </a:spcAft>
              <a:buClr>
                <a:schemeClr val="dk1"/>
              </a:buClr>
              <a:buSzPts val="1600"/>
              <a:buFont typeface="Consolas"/>
              <a:buNone/>
            </a:pPr>
            <a:r>
              <a:rPr b="1" i="0" lang="es-CL" sz="1600" u="none" cap="none" strike="noStrike">
                <a:solidFill>
                  <a:schemeClr val="dk1"/>
                </a:solidFill>
                <a:latin typeface="Consolas"/>
                <a:ea typeface="Consolas"/>
                <a:cs typeface="Consolas"/>
                <a:sym typeface="Consolas"/>
              </a:rPr>
              <a:t>d1=int(input(“Ingresa el dividendo:”))</a:t>
            </a:r>
            <a:endParaRPr/>
          </a:p>
          <a:p>
            <a:pPr indent="0" lvl="1" marL="0" marR="0" rtl="0" algn="l">
              <a:spcBef>
                <a:spcPts val="800"/>
              </a:spcBef>
              <a:spcAft>
                <a:spcPts val="0"/>
              </a:spcAft>
              <a:buNone/>
            </a:pPr>
            <a:r>
              <a:rPr b="1" i="0" lang="es-CL" sz="1600" u="none" cap="none" strike="noStrike">
                <a:solidFill>
                  <a:schemeClr val="dk1"/>
                </a:solidFill>
                <a:latin typeface="Consolas"/>
                <a:ea typeface="Consolas"/>
                <a:cs typeface="Consolas"/>
                <a:sym typeface="Consolas"/>
              </a:rPr>
              <a:t>d2=int(input(“Ingresa el divisor:”))</a:t>
            </a:r>
            <a:endParaRPr b="1" i="0" sz="1600" u="none" cap="none" strike="noStrike">
              <a:solidFill>
                <a:schemeClr val="dk1"/>
              </a:solidFill>
              <a:latin typeface="Consolas"/>
              <a:ea typeface="Consolas"/>
              <a:cs typeface="Consolas"/>
              <a:sym typeface="Consolas"/>
            </a:endParaRPr>
          </a:p>
          <a:p>
            <a:pPr indent="0" lvl="1" marL="0" marR="0" rtl="0" algn="l">
              <a:spcBef>
                <a:spcPts val="800"/>
              </a:spcBef>
              <a:spcAft>
                <a:spcPts val="0"/>
              </a:spcAft>
              <a:buClr>
                <a:schemeClr val="dk1"/>
              </a:buClr>
              <a:buSzPts val="1600"/>
              <a:buFont typeface="Consolas"/>
              <a:buNone/>
            </a:pPr>
            <a:r>
              <a:rPr b="1" i="0" lang="es-CL" sz="1600" u="none" cap="none" strike="noStrike">
                <a:solidFill>
                  <a:schemeClr val="dk1"/>
                </a:solidFill>
                <a:latin typeface="Consolas"/>
                <a:ea typeface="Consolas"/>
                <a:cs typeface="Consolas"/>
                <a:sym typeface="Consolas"/>
              </a:rPr>
              <a:t>while d2==0:          </a:t>
            </a:r>
            <a:endParaRPr/>
          </a:p>
          <a:p>
            <a:pPr indent="0" lvl="1" marL="0" marR="0" rtl="0" algn="l">
              <a:spcBef>
                <a:spcPts val="800"/>
              </a:spcBef>
              <a:spcAft>
                <a:spcPts val="0"/>
              </a:spcAft>
              <a:buNone/>
            </a:pPr>
            <a:r>
              <a:rPr b="1" i="0" lang="es-CL" sz="1600" u="none" cap="none" strike="noStrike">
                <a:solidFill>
                  <a:schemeClr val="dk1"/>
                </a:solidFill>
                <a:latin typeface="Consolas"/>
                <a:ea typeface="Consolas"/>
                <a:cs typeface="Consolas"/>
                <a:sym typeface="Consolas"/>
              </a:rPr>
              <a:t>   d2=int(input(“No debe ser 0, ingresa otra vez:”))</a:t>
            </a:r>
            <a:endParaRPr b="1" i="0" sz="1600" u="none" cap="none" strike="noStrike">
              <a:solidFill>
                <a:schemeClr val="dk1"/>
              </a:solidFill>
              <a:latin typeface="Consolas"/>
              <a:ea typeface="Consolas"/>
              <a:cs typeface="Consolas"/>
              <a:sym typeface="Consolas"/>
            </a:endParaRPr>
          </a:p>
          <a:p>
            <a:pPr indent="0" lvl="1" marL="0" marR="0" rtl="0" algn="l">
              <a:spcBef>
                <a:spcPts val="800"/>
              </a:spcBef>
              <a:spcAft>
                <a:spcPts val="0"/>
              </a:spcAft>
              <a:buClr>
                <a:schemeClr val="dk1"/>
              </a:buClr>
              <a:buSzPts val="1600"/>
              <a:buFont typeface="Consolas"/>
              <a:buNone/>
            </a:pPr>
            <a:r>
              <a:rPr b="1" i="0" lang="es-CL" sz="1600" u="none" cap="none" strike="noStrike">
                <a:solidFill>
                  <a:schemeClr val="dk1"/>
                </a:solidFill>
                <a:latin typeface="Consolas"/>
                <a:ea typeface="Consolas"/>
                <a:cs typeface="Consolas"/>
                <a:sym typeface="Consolas"/>
              </a:rPr>
              <a:t>div=d1/d2</a:t>
            </a:r>
            <a:endParaRPr/>
          </a:p>
          <a:p>
            <a:pPr indent="0" lvl="1" marL="0" marR="0" rtl="0" algn="l">
              <a:spcBef>
                <a:spcPts val="800"/>
              </a:spcBef>
              <a:spcAft>
                <a:spcPts val="0"/>
              </a:spcAft>
              <a:buClr>
                <a:schemeClr val="dk1"/>
              </a:buClr>
              <a:buSzPts val="1600"/>
              <a:buFont typeface="Consolas"/>
              <a:buNone/>
            </a:pPr>
            <a:r>
              <a:rPr b="1" i="0" lang="es-CL" sz="1600" u="none" cap="none" strike="noStrike">
                <a:solidFill>
                  <a:schemeClr val="dk1"/>
                </a:solidFill>
                <a:latin typeface="Consolas"/>
                <a:ea typeface="Consolas"/>
                <a:cs typeface="Consolas"/>
                <a:sym typeface="Consolas"/>
              </a:rPr>
              <a:t>print(“La division es:”,div)</a:t>
            </a:r>
            <a:endParaRPr b="1" i="0" sz="1600" u="none" cap="none" strike="noStrike">
              <a:solidFill>
                <a:schemeClr val="dk1"/>
              </a:solidFill>
              <a:latin typeface="Consolas"/>
              <a:ea typeface="Consolas"/>
              <a:cs typeface="Consolas"/>
              <a:sym typeface="Consolas"/>
            </a:endParaRPr>
          </a:p>
        </p:txBody>
      </p:sp>
      <p:sp>
        <p:nvSpPr>
          <p:cNvPr id="134" name="Google Shape;134;p7"/>
          <p:cNvSpPr txBox="1"/>
          <p:nvPr>
            <p:ph type="title"/>
          </p:nvPr>
        </p:nvSpPr>
        <p:spPr>
          <a:xfrm>
            <a:off x="1835696" y="142234"/>
            <a:ext cx="2769687" cy="62247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s-CL"/>
              <a:t>Solución</a:t>
            </a:r>
            <a:endParaRPr/>
          </a:p>
        </p:txBody>
      </p:sp>
      <p:grpSp>
        <p:nvGrpSpPr>
          <p:cNvPr id="135" name="Google Shape;135;p7"/>
          <p:cNvGrpSpPr/>
          <p:nvPr/>
        </p:nvGrpSpPr>
        <p:grpSpPr>
          <a:xfrm>
            <a:off x="5253455" y="764704"/>
            <a:ext cx="2952328" cy="5182719"/>
            <a:chOff x="2267744" y="645420"/>
            <a:chExt cx="2952328" cy="5182719"/>
          </a:xfrm>
        </p:grpSpPr>
        <p:sp>
          <p:nvSpPr>
            <p:cNvPr id="136" name="Google Shape;136;p7"/>
            <p:cNvSpPr/>
            <p:nvPr/>
          </p:nvSpPr>
          <p:spPr>
            <a:xfrm>
              <a:off x="2899123" y="2079737"/>
              <a:ext cx="1728193" cy="338554"/>
            </a:xfrm>
            <a:prstGeom prst="flowChartPreparation">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spcBef>
                  <a:spcPts val="0"/>
                </a:spcBef>
                <a:spcAft>
                  <a:spcPts val="0"/>
                </a:spcAft>
                <a:buNone/>
              </a:pPr>
              <a:r>
                <a:rPr b="0" lang="es-CL" sz="1600">
                  <a:solidFill>
                    <a:schemeClr val="dk1"/>
                  </a:solidFill>
                  <a:latin typeface="Arial"/>
                  <a:ea typeface="Arial"/>
                  <a:cs typeface="Arial"/>
                  <a:sym typeface="Arial"/>
                </a:rPr>
                <a:t>d2==0</a:t>
              </a:r>
              <a:endParaRPr b="1" i="0" sz="1600" u="none" cap="none" strike="noStrike">
                <a:solidFill>
                  <a:schemeClr val="dk1"/>
                </a:solidFill>
                <a:latin typeface="Arial"/>
                <a:ea typeface="Arial"/>
                <a:cs typeface="Arial"/>
                <a:sym typeface="Arial"/>
              </a:endParaRPr>
            </a:p>
          </p:txBody>
        </p:sp>
        <p:cxnSp>
          <p:nvCxnSpPr>
            <p:cNvPr id="137" name="Google Shape;137;p7"/>
            <p:cNvCxnSpPr>
              <a:stCxn id="136" idx="2"/>
              <a:endCxn id="138" idx="0"/>
            </p:cNvCxnSpPr>
            <p:nvPr/>
          </p:nvCxnSpPr>
          <p:spPr>
            <a:xfrm>
              <a:off x="3763220" y="2418291"/>
              <a:ext cx="7500" cy="279600"/>
            </a:xfrm>
            <a:prstGeom prst="straightConnector1">
              <a:avLst/>
            </a:prstGeom>
            <a:noFill/>
            <a:ln cap="flat" cmpd="sng" w="9525">
              <a:solidFill>
                <a:schemeClr val="dk1"/>
              </a:solidFill>
              <a:prstDash val="solid"/>
              <a:round/>
              <a:headEnd len="sm" w="sm" type="none"/>
              <a:tailEnd len="med" w="med" type="triangle"/>
            </a:ln>
          </p:spPr>
        </p:cxnSp>
        <p:cxnSp>
          <p:nvCxnSpPr>
            <p:cNvPr id="139" name="Google Shape;139;p7"/>
            <p:cNvCxnSpPr>
              <a:stCxn id="138" idx="4"/>
              <a:endCxn id="136" idx="1"/>
            </p:cNvCxnSpPr>
            <p:nvPr/>
          </p:nvCxnSpPr>
          <p:spPr>
            <a:xfrm flipH="1" rot="5400000">
              <a:off x="2854334" y="2293713"/>
              <a:ext cx="961200" cy="871800"/>
            </a:xfrm>
            <a:prstGeom prst="bentConnector4">
              <a:avLst>
                <a:gd fmla="val -11373" name="adj1"/>
                <a:gd fmla="val 468736" name="adj2"/>
              </a:avLst>
            </a:prstGeom>
            <a:noFill/>
            <a:ln cap="flat" cmpd="sng" w="9525">
              <a:solidFill>
                <a:schemeClr val="dk1"/>
              </a:solidFill>
              <a:prstDash val="solid"/>
              <a:round/>
              <a:headEnd len="sm" w="sm" type="none"/>
              <a:tailEnd len="med" w="med" type="triangle"/>
            </a:ln>
          </p:spPr>
        </p:cxnSp>
        <p:cxnSp>
          <p:nvCxnSpPr>
            <p:cNvPr id="140" name="Google Shape;140;p7"/>
            <p:cNvCxnSpPr>
              <a:stCxn id="136" idx="3"/>
              <a:endCxn id="141" idx="0"/>
            </p:cNvCxnSpPr>
            <p:nvPr/>
          </p:nvCxnSpPr>
          <p:spPr>
            <a:xfrm flipH="1">
              <a:off x="3785816" y="2249014"/>
              <a:ext cx="841500" cy="1927200"/>
            </a:xfrm>
            <a:prstGeom prst="bentConnector4">
              <a:avLst>
                <a:gd fmla="val 327615" name="adj1"/>
                <a:gd fmla="val 71319" name="adj2"/>
              </a:avLst>
            </a:prstGeom>
            <a:noFill/>
            <a:ln cap="flat" cmpd="sng" w="9525">
              <a:solidFill>
                <a:schemeClr val="dk1"/>
              </a:solidFill>
              <a:prstDash val="solid"/>
              <a:round/>
              <a:headEnd len="sm" w="sm" type="none"/>
              <a:tailEnd len="med" w="med" type="triangle"/>
            </a:ln>
          </p:spPr>
        </p:cxnSp>
        <p:sp>
          <p:nvSpPr>
            <p:cNvPr id="142" name="Google Shape;142;p7"/>
            <p:cNvSpPr txBox="1"/>
            <p:nvPr/>
          </p:nvSpPr>
          <p:spPr>
            <a:xfrm>
              <a:off x="3386489" y="2409046"/>
              <a:ext cx="541436"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s-CL" sz="1200">
                  <a:solidFill>
                    <a:schemeClr val="dk1"/>
                  </a:solidFill>
                  <a:latin typeface="Arial"/>
                  <a:ea typeface="Arial"/>
                  <a:cs typeface="Arial"/>
                  <a:sym typeface="Arial"/>
                </a:rPr>
                <a:t>Si</a:t>
              </a:r>
              <a:endParaRPr b="0" sz="1200">
                <a:solidFill>
                  <a:schemeClr val="dk1"/>
                </a:solidFill>
                <a:latin typeface="Arial"/>
                <a:ea typeface="Arial"/>
                <a:cs typeface="Arial"/>
                <a:sym typeface="Arial"/>
              </a:endParaRPr>
            </a:p>
          </p:txBody>
        </p:sp>
        <p:sp>
          <p:nvSpPr>
            <p:cNvPr id="143" name="Google Shape;143;p7"/>
            <p:cNvSpPr txBox="1"/>
            <p:nvPr/>
          </p:nvSpPr>
          <p:spPr>
            <a:xfrm>
              <a:off x="4488129" y="2420888"/>
              <a:ext cx="566403" cy="276999"/>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s-CL" sz="1200">
                  <a:solidFill>
                    <a:schemeClr val="dk1"/>
                  </a:solidFill>
                  <a:latin typeface="Arial"/>
                  <a:ea typeface="Arial"/>
                  <a:cs typeface="Arial"/>
                  <a:sym typeface="Arial"/>
                </a:rPr>
                <a:t>no</a:t>
              </a:r>
              <a:endParaRPr b="0" sz="1200">
                <a:solidFill>
                  <a:schemeClr val="dk1"/>
                </a:solidFill>
                <a:latin typeface="Arial"/>
                <a:ea typeface="Arial"/>
                <a:cs typeface="Arial"/>
                <a:sym typeface="Arial"/>
              </a:endParaRPr>
            </a:p>
          </p:txBody>
        </p:sp>
        <p:sp>
          <p:nvSpPr>
            <p:cNvPr id="144" name="Google Shape;144;p7"/>
            <p:cNvSpPr/>
            <p:nvPr/>
          </p:nvSpPr>
          <p:spPr>
            <a:xfrm>
              <a:off x="3242473" y="645420"/>
              <a:ext cx="1045492" cy="432792"/>
            </a:xfrm>
            <a:prstGeom prst="ellipse">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Arial"/>
                <a:buNone/>
              </a:pPr>
              <a:r>
                <a:rPr b="1" i="0" lang="es-CL" sz="1400" u="none" cap="none" strike="noStrike">
                  <a:solidFill>
                    <a:schemeClr val="dk1"/>
                  </a:solidFill>
                  <a:latin typeface="Arial"/>
                  <a:ea typeface="Arial"/>
                  <a:cs typeface="Arial"/>
                  <a:sym typeface="Arial"/>
                </a:rPr>
                <a:t>INICIO</a:t>
              </a:r>
              <a:endParaRPr b="1" i="0" sz="1400" u="none" cap="none" strike="noStrike">
                <a:solidFill>
                  <a:schemeClr val="dk1"/>
                </a:solidFill>
                <a:latin typeface="Arial"/>
                <a:ea typeface="Arial"/>
                <a:cs typeface="Arial"/>
                <a:sym typeface="Arial"/>
              </a:endParaRPr>
            </a:p>
          </p:txBody>
        </p:sp>
        <p:cxnSp>
          <p:nvCxnSpPr>
            <p:cNvPr id="145" name="Google Shape;145;p7"/>
            <p:cNvCxnSpPr>
              <a:stCxn id="144" idx="4"/>
              <a:endCxn id="146" idx="0"/>
            </p:cNvCxnSpPr>
            <p:nvPr/>
          </p:nvCxnSpPr>
          <p:spPr>
            <a:xfrm flipH="1">
              <a:off x="3755019" y="1078212"/>
              <a:ext cx="10200" cy="262500"/>
            </a:xfrm>
            <a:prstGeom prst="straightConnector1">
              <a:avLst/>
            </a:prstGeom>
            <a:noFill/>
            <a:ln cap="flat" cmpd="sng" w="9525">
              <a:solidFill>
                <a:schemeClr val="dk1"/>
              </a:solidFill>
              <a:prstDash val="solid"/>
              <a:round/>
              <a:headEnd len="sm" w="sm" type="none"/>
              <a:tailEnd len="med" w="med" type="triangle"/>
            </a:ln>
          </p:spPr>
        </p:cxnSp>
        <p:sp>
          <p:nvSpPr>
            <p:cNvPr id="138" name="Google Shape;138;p7"/>
            <p:cNvSpPr/>
            <p:nvPr/>
          </p:nvSpPr>
          <p:spPr>
            <a:xfrm>
              <a:off x="2967311" y="2697887"/>
              <a:ext cx="1607045" cy="512326"/>
            </a:xfrm>
            <a:prstGeom prst="parallelogram">
              <a:avLst>
                <a:gd fmla="val 55653" name="adj"/>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9900"/>
                </a:buClr>
                <a:buSzPts val="2000"/>
                <a:buFont typeface="Arial"/>
                <a:buNone/>
              </a:pPr>
              <a:r>
                <a:t/>
              </a:r>
              <a:endParaRPr b="1" i="0" sz="2000" u="none" cap="none" strike="noStrike">
                <a:solidFill>
                  <a:schemeClr val="dk1"/>
                </a:solidFill>
                <a:latin typeface="Arial"/>
                <a:ea typeface="Arial"/>
                <a:cs typeface="Arial"/>
                <a:sym typeface="Arial"/>
              </a:endParaRPr>
            </a:p>
          </p:txBody>
        </p:sp>
        <p:sp>
          <p:nvSpPr>
            <p:cNvPr id="147" name="Google Shape;147;p7"/>
            <p:cNvSpPr/>
            <p:nvPr/>
          </p:nvSpPr>
          <p:spPr>
            <a:xfrm>
              <a:off x="3203848" y="5395347"/>
              <a:ext cx="1084117" cy="432792"/>
            </a:xfrm>
            <a:prstGeom prst="ellipse">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400"/>
                <a:buFont typeface="Arial"/>
                <a:buNone/>
              </a:pPr>
              <a:r>
                <a:rPr b="1" lang="es-CL" sz="1400">
                  <a:solidFill>
                    <a:schemeClr val="dk1"/>
                  </a:solidFill>
                  <a:latin typeface="Arial"/>
                  <a:ea typeface="Arial"/>
                  <a:cs typeface="Arial"/>
                  <a:sym typeface="Arial"/>
                </a:rPr>
                <a:t>F</a:t>
              </a:r>
              <a:r>
                <a:rPr b="1" i="0" lang="es-CL" sz="1400" u="none" cap="none" strike="noStrike">
                  <a:solidFill>
                    <a:schemeClr val="dk1"/>
                  </a:solidFill>
                  <a:latin typeface="Arial"/>
                  <a:ea typeface="Arial"/>
                  <a:cs typeface="Arial"/>
                  <a:sym typeface="Arial"/>
                </a:rPr>
                <a:t>IN</a:t>
              </a:r>
              <a:endParaRPr b="1" i="0" sz="1400" u="none" cap="none" strike="noStrike">
                <a:solidFill>
                  <a:schemeClr val="dk1"/>
                </a:solidFill>
                <a:latin typeface="Arial"/>
                <a:ea typeface="Arial"/>
                <a:cs typeface="Arial"/>
                <a:sym typeface="Arial"/>
              </a:endParaRPr>
            </a:p>
          </p:txBody>
        </p:sp>
        <p:cxnSp>
          <p:nvCxnSpPr>
            <p:cNvPr id="148" name="Google Shape;148;p7"/>
            <p:cNvCxnSpPr>
              <a:stCxn id="146" idx="4"/>
              <a:endCxn id="136" idx="0"/>
            </p:cNvCxnSpPr>
            <p:nvPr/>
          </p:nvCxnSpPr>
          <p:spPr>
            <a:xfrm>
              <a:off x="3754874" y="1779573"/>
              <a:ext cx="8400" cy="300300"/>
            </a:xfrm>
            <a:prstGeom prst="straightConnector1">
              <a:avLst/>
            </a:prstGeom>
            <a:noFill/>
            <a:ln cap="flat" cmpd="sng" w="9525">
              <a:solidFill>
                <a:schemeClr val="dk1"/>
              </a:solidFill>
              <a:prstDash val="solid"/>
              <a:round/>
              <a:headEnd len="sm" w="sm" type="none"/>
              <a:tailEnd len="med" w="med" type="triangle"/>
            </a:ln>
          </p:spPr>
        </p:cxnSp>
        <p:grpSp>
          <p:nvGrpSpPr>
            <p:cNvPr id="149" name="Google Shape;149;p7"/>
            <p:cNvGrpSpPr/>
            <p:nvPr/>
          </p:nvGrpSpPr>
          <p:grpSpPr>
            <a:xfrm>
              <a:off x="2738417" y="1340768"/>
              <a:ext cx="2032914" cy="523220"/>
              <a:chOff x="2100193" y="3155645"/>
              <a:chExt cx="1996309" cy="523220"/>
            </a:xfrm>
          </p:grpSpPr>
          <p:sp>
            <p:nvSpPr>
              <p:cNvPr id="150" name="Google Shape;150;p7"/>
              <p:cNvSpPr txBox="1"/>
              <p:nvPr/>
            </p:nvSpPr>
            <p:spPr>
              <a:xfrm>
                <a:off x="2925753" y="3155645"/>
                <a:ext cx="376534" cy="523220"/>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s-CL" sz="1400">
                    <a:solidFill>
                      <a:schemeClr val="dk1"/>
                    </a:solidFill>
                    <a:latin typeface="Arial"/>
                    <a:ea typeface="Arial"/>
                    <a:cs typeface="Arial"/>
                    <a:sym typeface="Arial"/>
                  </a:rPr>
                  <a:t>d1</a:t>
                </a:r>
                <a:endParaRPr/>
              </a:p>
              <a:p>
                <a:pPr indent="0" lvl="0" marL="0" marR="0" rtl="0" algn="ctr">
                  <a:spcBef>
                    <a:spcPts val="0"/>
                  </a:spcBef>
                  <a:spcAft>
                    <a:spcPts val="0"/>
                  </a:spcAft>
                  <a:buNone/>
                </a:pPr>
                <a:r>
                  <a:rPr b="0" lang="es-CL" sz="1400">
                    <a:solidFill>
                      <a:schemeClr val="dk1"/>
                    </a:solidFill>
                    <a:latin typeface="Arial"/>
                    <a:ea typeface="Arial"/>
                    <a:cs typeface="Arial"/>
                    <a:sym typeface="Arial"/>
                  </a:rPr>
                  <a:t>d2</a:t>
                </a:r>
                <a:endParaRPr b="0" sz="1400">
                  <a:solidFill>
                    <a:schemeClr val="dk1"/>
                  </a:solidFill>
                  <a:latin typeface="Arial"/>
                  <a:ea typeface="Arial"/>
                  <a:cs typeface="Arial"/>
                  <a:sym typeface="Arial"/>
                </a:endParaRPr>
              </a:p>
            </p:txBody>
          </p:sp>
          <p:sp>
            <p:nvSpPr>
              <p:cNvPr id="146" name="Google Shape;146;p7"/>
              <p:cNvSpPr/>
              <p:nvPr/>
            </p:nvSpPr>
            <p:spPr>
              <a:xfrm>
                <a:off x="2100193" y="3155645"/>
                <a:ext cx="1996309" cy="438805"/>
              </a:xfrm>
              <a:prstGeom prst="parallelogram">
                <a:avLst>
                  <a:gd fmla="val 55653" name="adj"/>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9900"/>
                  </a:buClr>
                  <a:buSzPts val="3600"/>
                  <a:buFont typeface="Arial"/>
                  <a:buNone/>
                </a:pPr>
                <a:r>
                  <a:t/>
                </a:r>
                <a:endParaRPr b="1" i="0" sz="3600" u="none" cap="none" strike="noStrike">
                  <a:solidFill>
                    <a:schemeClr val="dk1"/>
                  </a:solidFill>
                  <a:latin typeface="Arial"/>
                  <a:ea typeface="Arial"/>
                  <a:cs typeface="Arial"/>
                  <a:sym typeface="Arial"/>
                </a:endParaRPr>
              </a:p>
            </p:txBody>
          </p:sp>
        </p:grpSp>
        <p:sp>
          <p:nvSpPr>
            <p:cNvPr id="151" name="Google Shape;151;p7"/>
            <p:cNvSpPr/>
            <p:nvPr/>
          </p:nvSpPr>
          <p:spPr>
            <a:xfrm>
              <a:off x="2967311" y="2744542"/>
              <a:ext cx="1607045"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s-CL" sz="1400">
                  <a:solidFill>
                    <a:schemeClr val="dk1"/>
                  </a:solidFill>
                  <a:latin typeface="Arial"/>
                  <a:ea typeface="Arial"/>
                  <a:cs typeface="Arial"/>
                  <a:sym typeface="Arial"/>
                </a:rPr>
                <a:t>d2</a:t>
              </a:r>
              <a:endParaRPr b="0" sz="1400">
                <a:solidFill>
                  <a:schemeClr val="dk1"/>
                </a:solidFill>
                <a:latin typeface="Arial"/>
                <a:ea typeface="Arial"/>
                <a:cs typeface="Arial"/>
                <a:sym typeface="Arial"/>
              </a:endParaRPr>
            </a:p>
          </p:txBody>
        </p:sp>
        <p:sp>
          <p:nvSpPr>
            <p:cNvPr id="141" name="Google Shape;141;p7"/>
            <p:cNvSpPr/>
            <p:nvPr/>
          </p:nvSpPr>
          <p:spPr>
            <a:xfrm>
              <a:off x="3134765" y="4176082"/>
              <a:ext cx="1301959" cy="338554"/>
            </a:xfrm>
            <a:prstGeom prst="rect">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chemeClr val="dk1"/>
                </a:buClr>
                <a:buSzPts val="1600"/>
                <a:buFont typeface="Arial"/>
                <a:buNone/>
              </a:pPr>
              <a:r>
                <a:rPr b="0" lang="es-CL" sz="1600">
                  <a:solidFill>
                    <a:schemeClr val="dk1"/>
                  </a:solidFill>
                  <a:latin typeface="Arial"/>
                  <a:ea typeface="Arial"/>
                  <a:cs typeface="Arial"/>
                  <a:sym typeface="Arial"/>
                </a:rPr>
                <a:t>d</a:t>
              </a:r>
              <a:r>
                <a:rPr b="0" i="0" lang="es-CL" sz="1600" u="none" cap="none" strike="noStrike">
                  <a:solidFill>
                    <a:schemeClr val="dk1"/>
                  </a:solidFill>
                  <a:latin typeface="Arial"/>
                  <a:ea typeface="Arial"/>
                  <a:cs typeface="Arial"/>
                  <a:sym typeface="Arial"/>
                </a:rPr>
                <a:t>iv=d1/d2</a:t>
              </a:r>
              <a:endParaRPr b="0" i="0" sz="1600" u="none" cap="none" strike="noStrike">
                <a:solidFill>
                  <a:schemeClr val="dk1"/>
                </a:solidFill>
                <a:latin typeface="Arial"/>
                <a:ea typeface="Arial"/>
                <a:cs typeface="Arial"/>
                <a:sym typeface="Arial"/>
              </a:endParaRPr>
            </a:p>
          </p:txBody>
        </p:sp>
        <p:grpSp>
          <p:nvGrpSpPr>
            <p:cNvPr id="152" name="Google Shape;152;p7"/>
            <p:cNvGrpSpPr/>
            <p:nvPr/>
          </p:nvGrpSpPr>
          <p:grpSpPr>
            <a:xfrm>
              <a:off x="2267744" y="4802505"/>
              <a:ext cx="2952328" cy="354687"/>
              <a:chOff x="755577" y="5614779"/>
              <a:chExt cx="2808312" cy="354687"/>
            </a:xfrm>
          </p:grpSpPr>
          <p:sp>
            <p:nvSpPr>
              <p:cNvPr id="153" name="Google Shape;153;p7"/>
              <p:cNvSpPr/>
              <p:nvPr/>
            </p:nvSpPr>
            <p:spPr>
              <a:xfrm>
                <a:off x="755577" y="5614779"/>
                <a:ext cx="2808312" cy="354687"/>
              </a:xfrm>
              <a:prstGeom prst="parallelogram">
                <a:avLst>
                  <a:gd fmla="val 55653" name="adj"/>
                </a:avLst>
              </a:prstGeom>
              <a:noFill/>
              <a:ln cap="flat" cmpd="sng" w="9525">
                <a:solidFill>
                  <a:schemeClr val="dk1"/>
                </a:solidFill>
                <a:prstDash val="solid"/>
                <a:round/>
                <a:headEnd len="sm" w="sm" type="none"/>
                <a:tailEnd len="sm" w="sm" type="none"/>
              </a:ln>
            </p:spPr>
            <p:txBody>
              <a:bodyPr anchorCtr="0" anchor="t" bIns="45700" lIns="91425" spcFirstLastPara="1" rIns="91425" wrap="square" tIns="45700">
                <a:spAutoFit/>
              </a:bodyPr>
              <a:lstStyle/>
              <a:p>
                <a:pPr indent="0" lvl="0" marL="0" marR="0" rtl="0" algn="ctr">
                  <a:lnSpc>
                    <a:spcPct val="100000"/>
                  </a:lnSpc>
                  <a:spcBef>
                    <a:spcPts val="0"/>
                  </a:spcBef>
                  <a:spcAft>
                    <a:spcPts val="0"/>
                  </a:spcAft>
                  <a:buClr>
                    <a:srgbClr val="CC9900"/>
                  </a:buClr>
                  <a:buSzPts val="1200"/>
                  <a:buFont typeface="Arial"/>
                  <a:buNone/>
                </a:pPr>
                <a:r>
                  <a:t/>
                </a:r>
                <a:endParaRPr b="1" i="0" sz="1200" u="none" cap="none" strike="noStrike">
                  <a:solidFill>
                    <a:schemeClr val="dk1"/>
                  </a:solidFill>
                  <a:latin typeface="Arial"/>
                  <a:ea typeface="Arial"/>
                  <a:cs typeface="Arial"/>
                  <a:sym typeface="Arial"/>
                </a:endParaRPr>
              </a:p>
            </p:txBody>
          </p:sp>
          <p:sp>
            <p:nvSpPr>
              <p:cNvPr id="154" name="Google Shape;154;p7"/>
              <p:cNvSpPr/>
              <p:nvPr/>
            </p:nvSpPr>
            <p:spPr>
              <a:xfrm>
                <a:off x="961062" y="5641503"/>
                <a:ext cx="2458808" cy="307777"/>
              </a:xfrm>
              <a:prstGeom prst="rect">
                <a:avLst/>
              </a:prstGeom>
              <a:noFill/>
              <a:ln>
                <a:noFill/>
              </a:ln>
            </p:spPr>
            <p:txBody>
              <a:bodyPr anchorCtr="0" anchor="t" bIns="45700" lIns="91425" spcFirstLastPara="1" rIns="91425" wrap="square" tIns="45700">
                <a:spAutoFit/>
              </a:bodyPr>
              <a:lstStyle/>
              <a:p>
                <a:pPr indent="0" lvl="0" marL="0" marR="0" rtl="0" algn="ctr">
                  <a:spcBef>
                    <a:spcPts val="0"/>
                  </a:spcBef>
                  <a:spcAft>
                    <a:spcPts val="0"/>
                  </a:spcAft>
                  <a:buNone/>
                </a:pPr>
                <a:r>
                  <a:rPr b="0" lang="es-CL" sz="1400">
                    <a:solidFill>
                      <a:schemeClr val="dk1"/>
                    </a:solidFill>
                    <a:latin typeface="Arial"/>
                    <a:ea typeface="Arial"/>
                    <a:cs typeface="Arial"/>
                    <a:sym typeface="Arial"/>
                  </a:rPr>
                  <a:t>“La división es:”, div</a:t>
                </a:r>
                <a:endParaRPr b="0" sz="1400">
                  <a:solidFill>
                    <a:schemeClr val="dk1"/>
                  </a:solidFill>
                  <a:latin typeface="Arial"/>
                  <a:ea typeface="Arial"/>
                  <a:cs typeface="Arial"/>
                  <a:sym typeface="Arial"/>
                </a:endParaRPr>
              </a:p>
            </p:txBody>
          </p:sp>
        </p:grpSp>
        <p:cxnSp>
          <p:nvCxnSpPr>
            <p:cNvPr id="155" name="Google Shape;155;p7"/>
            <p:cNvCxnSpPr>
              <a:stCxn id="141" idx="2"/>
              <a:endCxn id="154" idx="0"/>
            </p:cNvCxnSpPr>
            <p:nvPr/>
          </p:nvCxnSpPr>
          <p:spPr>
            <a:xfrm flipH="1">
              <a:off x="3776145" y="4514636"/>
              <a:ext cx="9600" cy="314700"/>
            </a:xfrm>
            <a:prstGeom prst="straightConnector1">
              <a:avLst/>
            </a:prstGeom>
            <a:noFill/>
            <a:ln cap="flat" cmpd="sng" w="9525">
              <a:solidFill>
                <a:schemeClr val="dk1"/>
              </a:solidFill>
              <a:prstDash val="solid"/>
              <a:round/>
              <a:headEnd len="sm" w="sm" type="none"/>
              <a:tailEnd len="med" w="med" type="triangle"/>
            </a:ln>
          </p:spPr>
        </p:cxnSp>
        <p:cxnSp>
          <p:nvCxnSpPr>
            <p:cNvPr id="156" name="Google Shape;156;p7"/>
            <p:cNvCxnSpPr>
              <a:stCxn id="153" idx="4"/>
              <a:endCxn id="147" idx="0"/>
            </p:cNvCxnSpPr>
            <p:nvPr/>
          </p:nvCxnSpPr>
          <p:spPr>
            <a:xfrm>
              <a:off x="3743908" y="5157192"/>
              <a:ext cx="2100" cy="238200"/>
            </a:xfrm>
            <a:prstGeom prst="straightConnector1">
              <a:avLst/>
            </a:prstGeom>
            <a:noFill/>
            <a:ln cap="flat" cmpd="sng" w="9525">
              <a:solidFill>
                <a:schemeClr val="dk1"/>
              </a:solidFill>
              <a:prstDash val="solid"/>
              <a:round/>
              <a:headEnd len="sm" w="sm" type="none"/>
              <a:tailEnd len="med" w="med" type="triangle"/>
            </a:ln>
          </p:spPr>
        </p:cxnSp>
      </p:grpSp>
      <p:cxnSp>
        <p:nvCxnSpPr>
          <p:cNvPr id="157" name="Google Shape;157;p7"/>
          <p:cNvCxnSpPr/>
          <p:nvPr/>
        </p:nvCxnSpPr>
        <p:spPr>
          <a:xfrm rot="10800000">
            <a:off x="7422435" y="1679454"/>
            <a:ext cx="334607" cy="0"/>
          </a:xfrm>
          <a:prstGeom prst="straightConnector1">
            <a:avLst/>
          </a:prstGeom>
          <a:noFill/>
          <a:ln cap="flat" cmpd="sng" w="9525">
            <a:solidFill>
              <a:schemeClr val="dk1"/>
            </a:solidFill>
            <a:prstDash val="solid"/>
            <a:round/>
            <a:headEnd len="sm" w="sm" type="none"/>
            <a:tailEnd len="med" w="med" type="triangle"/>
          </a:ln>
        </p:spPr>
      </p:cxnSp>
      <p:cxnSp>
        <p:nvCxnSpPr>
          <p:cNvPr id="158" name="Google Shape;158;p7"/>
          <p:cNvCxnSpPr/>
          <p:nvPr/>
        </p:nvCxnSpPr>
        <p:spPr>
          <a:xfrm rot="10800000">
            <a:off x="7260260" y="3044214"/>
            <a:ext cx="334607" cy="0"/>
          </a:xfrm>
          <a:prstGeom prst="straightConnector1">
            <a:avLst/>
          </a:prstGeom>
          <a:noFill/>
          <a:ln cap="flat" cmpd="sng" w="9525">
            <a:solidFill>
              <a:schemeClr val="dk1"/>
            </a:solidFill>
            <a:prstDash val="solid"/>
            <a:round/>
            <a:headEnd len="sm" w="sm" type="none"/>
            <a:tailEnd len="med" w="med" type="triangle"/>
          </a:ln>
        </p:spPr>
      </p:cxnSp>
      <p:cxnSp>
        <p:nvCxnSpPr>
          <p:cNvPr id="159" name="Google Shape;159;p7"/>
          <p:cNvCxnSpPr/>
          <p:nvPr/>
        </p:nvCxnSpPr>
        <p:spPr>
          <a:xfrm flipH="1" rot="10800000">
            <a:off x="7894675" y="5099132"/>
            <a:ext cx="421741" cy="3269"/>
          </a:xfrm>
          <a:prstGeom prst="straightConnector1">
            <a:avLst/>
          </a:prstGeom>
          <a:noFill/>
          <a:ln cap="flat" cmpd="sng" w="9525">
            <a:solidFill>
              <a:schemeClr val="dk1"/>
            </a:solidFill>
            <a:prstDash val="solid"/>
            <a:round/>
            <a:headEnd len="sm" w="sm" type="none"/>
            <a:tailEnd len="med" w="med" type="triangle"/>
          </a:ln>
        </p:spPr>
      </p:cxnSp>
      <p:pic>
        <p:nvPicPr>
          <p:cNvPr id="160" name="Google Shape;160;p7"/>
          <p:cNvPicPr preferRelativeResize="0"/>
          <p:nvPr/>
        </p:nvPicPr>
        <p:blipFill rotWithShape="1">
          <a:blip r:embed="rId3">
            <a:alphaModFix/>
          </a:blip>
          <a:srcRect b="0" l="0" r="0" t="0"/>
          <a:stretch/>
        </p:blipFill>
        <p:spPr>
          <a:xfrm>
            <a:off x="8318500" y="6032500"/>
            <a:ext cx="609600" cy="609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60"/>
                                        </p:tgtEl>
                                        <p:attrNameLst>
                                          <p:attrName>style.visibility</p:attrName>
                                        </p:attrNameLst>
                                      </p:cBhvr>
                                      <p:to>
                                        <p:strVal val="visible"/>
                                      </p:to>
                                    </p:set>
                                    <p:animEffect filter="fade" transition="in">
                                      <p:cBhvr>
                                        <p:cTn dur="1"/>
                                        <p:tgtEl>
                                          <p:spTgt spid="16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33"/>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sp>
        <p:nvSpPr>
          <p:cNvPr id="166" name="Google Shape;166;p8"/>
          <p:cNvSpPr txBox="1"/>
          <p:nvPr>
            <p:ph type="title"/>
          </p:nvPr>
        </p:nvSpPr>
        <p:spPr>
          <a:xfrm>
            <a:off x="467544" y="0"/>
            <a:ext cx="8229600" cy="692696"/>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s-CL"/>
              <a:t>EJEMPLO</a:t>
            </a:r>
            <a:endParaRPr/>
          </a:p>
        </p:txBody>
      </p:sp>
      <p:sp>
        <p:nvSpPr>
          <p:cNvPr id="167" name="Google Shape;167;p8"/>
          <p:cNvSpPr txBox="1"/>
          <p:nvPr>
            <p:ph idx="1" type="body"/>
          </p:nvPr>
        </p:nvSpPr>
        <p:spPr>
          <a:xfrm>
            <a:off x="1331640" y="692697"/>
            <a:ext cx="7704856" cy="3528392"/>
          </a:xfrm>
          <a:prstGeom prst="rect">
            <a:avLst/>
          </a:prstGeom>
          <a:noFill/>
          <a:ln>
            <a:noFill/>
          </a:ln>
        </p:spPr>
        <p:txBody>
          <a:bodyPr anchorCtr="0" anchor="t" bIns="45700" lIns="91425" spcFirstLastPara="1" rIns="91425" wrap="square" tIns="45700">
            <a:noAutofit/>
          </a:bodyPr>
          <a:lstStyle/>
          <a:p>
            <a:pPr indent="-342900" lvl="0" marL="342900" rtl="0" algn="l">
              <a:spcBef>
                <a:spcPts val="0"/>
              </a:spcBef>
              <a:spcAft>
                <a:spcPts val="0"/>
              </a:spcAft>
              <a:buClr>
                <a:schemeClr val="dk1"/>
              </a:buClr>
              <a:buSzPts val="1800"/>
              <a:buChar char="❑"/>
            </a:pPr>
            <a:r>
              <a:rPr lang="es-CL" sz="1800"/>
              <a:t>Diseñe un algoritmo en diagrama de flujo y Python que solicite un entero positivo no mayor que 50 e imprima la secuencia de números, desde 0 hasta el número ingresado. Si el número ingresado es negativo o mayor a 50 debe pedirlo nuevamente, tantas veces hasta que sea ingresado correctamente. Además, el programa debe ofrecer la posibilidad de repetir la ejecución. Ejemplo:</a:t>
            </a:r>
            <a:endParaRPr/>
          </a:p>
          <a:p>
            <a:pPr indent="-285750" lvl="1" marL="742950" rtl="0" algn="l">
              <a:spcBef>
                <a:spcPts val="280"/>
              </a:spcBef>
              <a:spcAft>
                <a:spcPts val="0"/>
              </a:spcAft>
              <a:buClr>
                <a:schemeClr val="accent2"/>
              </a:buClr>
              <a:buSzPts val="980"/>
              <a:buFont typeface="Arial"/>
              <a:buNone/>
            </a:pPr>
            <a:r>
              <a:rPr i="1" lang="es-CL" sz="1400">
                <a:solidFill>
                  <a:schemeClr val="accent2"/>
                </a:solidFill>
              </a:rPr>
              <a:t>Ingrese un numero positivo no mayor que 50:  </a:t>
            </a:r>
            <a:r>
              <a:rPr b="1" i="1" lang="es-CL" sz="1400">
                <a:solidFill>
                  <a:schemeClr val="accent2"/>
                </a:solidFill>
              </a:rPr>
              <a:t>0</a:t>
            </a:r>
            <a:endParaRPr/>
          </a:p>
          <a:p>
            <a:pPr indent="-285750" lvl="1" marL="742950" rtl="0" algn="l">
              <a:spcBef>
                <a:spcPts val="280"/>
              </a:spcBef>
              <a:spcAft>
                <a:spcPts val="0"/>
              </a:spcAft>
              <a:buClr>
                <a:schemeClr val="accent2"/>
              </a:buClr>
              <a:buSzPts val="980"/>
              <a:buFont typeface="Arial"/>
              <a:buNone/>
            </a:pPr>
            <a:r>
              <a:rPr i="1" lang="es-CL" sz="1400">
                <a:solidFill>
                  <a:schemeClr val="accent2"/>
                </a:solidFill>
              </a:rPr>
              <a:t>Error!!, Su número está equivocado</a:t>
            </a:r>
            <a:endParaRPr/>
          </a:p>
          <a:p>
            <a:pPr indent="-285750" lvl="1" marL="742950" rtl="0" algn="l">
              <a:spcBef>
                <a:spcPts val="280"/>
              </a:spcBef>
              <a:spcAft>
                <a:spcPts val="0"/>
              </a:spcAft>
              <a:buClr>
                <a:schemeClr val="accent2"/>
              </a:buClr>
              <a:buSzPts val="980"/>
              <a:buFont typeface="Arial"/>
              <a:buNone/>
            </a:pPr>
            <a:r>
              <a:rPr i="1" lang="es-CL" sz="1400">
                <a:solidFill>
                  <a:schemeClr val="accent2"/>
                </a:solidFill>
              </a:rPr>
              <a:t>Ingrese un numero positivo no mayor que 50:  </a:t>
            </a:r>
            <a:r>
              <a:rPr b="1" i="1" lang="es-CL" sz="1400">
                <a:solidFill>
                  <a:schemeClr val="accent2"/>
                </a:solidFill>
              </a:rPr>
              <a:t>14</a:t>
            </a:r>
            <a:endParaRPr/>
          </a:p>
          <a:p>
            <a:pPr indent="-285750" lvl="1" marL="742950" rtl="0" algn="l">
              <a:spcBef>
                <a:spcPts val="280"/>
              </a:spcBef>
              <a:spcAft>
                <a:spcPts val="0"/>
              </a:spcAft>
              <a:buClr>
                <a:schemeClr val="accent2"/>
              </a:buClr>
              <a:buSzPts val="980"/>
              <a:buFont typeface="Arial"/>
              <a:buNone/>
            </a:pPr>
            <a:r>
              <a:rPr i="1" lang="es-CL" sz="1400">
                <a:solidFill>
                  <a:schemeClr val="accent2"/>
                </a:solidFill>
              </a:rPr>
              <a:t>La secuencia hasta el 14 es:</a:t>
            </a:r>
            <a:endParaRPr/>
          </a:p>
          <a:p>
            <a:pPr indent="-285750" lvl="1" marL="742950" rtl="0" algn="l">
              <a:spcBef>
                <a:spcPts val="280"/>
              </a:spcBef>
              <a:spcAft>
                <a:spcPts val="0"/>
              </a:spcAft>
              <a:buClr>
                <a:schemeClr val="accent2"/>
              </a:buClr>
              <a:buSzPts val="980"/>
              <a:buFont typeface="Arial"/>
              <a:buNone/>
            </a:pPr>
            <a:r>
              <a:rPr i="1" lang="es-CL" sz="1400">
                <a:solidFill>
                  <a:schemeClr val="accent2"/>
                </a:solidFill>
              </a:rPr>
              <a:t>0 1 2 3 4 5 6 7 8 9 10 11 12 13 14</a:t>
            </a:r>
            <a:endParaRPr/>
          </a:p>
          <a:p>
            <a:pPr indent="-285750" lvl="1" marL="742950" rtl="0" algn="l">
              <a:spcBef>
                <a:spcPts val="280"/>
              </a:spcBef>
              <a:spcAft>
                <a:spcPts val="0"/>
              </a:spcAft>
              <a:buClr>
                <a:schemeClr val="accent2"/>
              </a:buClr>
              <a:buSzPts val="980"/>
              <a:buFont typeface="Arial"/>
              <a:buNone/>
            </a:pPr>
            <a:r>
              <a:rPr i="1" lang="es-CL" sz="1400">
                <a:solidFill>
                  <a:schemeClr val="accent2"/>
                </a:solidFill>
              </a:rPr>
              <a:t>Repite(si o no)?:no</a:t>
            </a:r>
            <a:endParaRPr sz="1400">
              <a:solidFill>
                <a:schemeClr val="accent2"/>
              </a:solidFill>
            </a:endParaRPr>
          </a:p>
        </p:txBody>
      </p:sp>
      <p:pic>
        <p:nvPicPr>
          <p:cNvPr id="168" name="Google Shape;168;p8"/>
          <p:cNvPicPr preferRelativeResize="0"/>
          <p:nvPr/>
        </p:nvPicPr>
        <p:blipFill rotWithShape="1">
          <a:blip r:embed="rId3">
            <a:alphaModFix/>
          </a:blip>
          <a:srcRect b="0" l="0" r="0" t="0"/>
          <a:stretch/>
        </p:blipFill>
        <p:spPr>
          <a:xfrm>
            <a:off x="2110968" y="4254490"/>
            <a:ext cx="6892871" cy="2160240"/>
          </a:xfrm>
          <a:prstGeom prst="rect">
            <a:avLst/>
          </a:prstGeom>
          <a:noFill/>
          <a:ln>
            <a:noFill/>
          </a:ln>
        </p:spPr>
      </p:pic>
      <p:sp>
        <p:nvSpPr>
          <p:cNvPr id="169" name="Google Shape;169;p8"/>
          <p:cNvSpPr txBox="1"/>
          <p:nvPr/>
        </p:nvSpPr>
        <p:spPr>
          <a:xfrm>
            <a:off x="-252536" y="4941168"/>
            <a:ext cx="2769687" cy="622470"/>
          </a:xfrm>
          <a:prstGeom prst="rect">
            <a:avLst/>
          </a:prstGeom>
          <a:noFill/>
          <a:ln>
            <a:noFill/>
          </a:ln>
        </p:spPr>
        <p:txBody>
          <a:bodyPr anchorCtr="0" anchor="t" bIns="45700" lIns="91425" spcFirstLastPara="1" rIns="91425" wrap="square" tIns="45700">
            <a:noAutofit/>
          </a:bodyPr>
          <a:lstStyle/>
          <a:p>
            <a:pPr indent="0" lvl="0" marL="0" marR="0" rtl="0" algn="ctr">
              <a:spcBef>
                <a:spcPts val="0"/>
              </a:spcBef>
              <a:spcAft>
                <a:spcPts val="0"/>
              </a:spcAft>
              <a:buNone/>
            </a:pPr>
            <a:r>
              <a:rPr b="1" lang="es-CL" sz="2800">
                <a:solidFill>
                  <a:schemeClr val="dk2"/>
                </a:solidFill>
                <a:latin typeface="Arial"/>
                <a:ea typeface="Arial"/>
                <a:cs typeface="Arial"/>
                <a:sym typeface="Arial"/>
              </a:rPr>
              <a:t>Solución</a:t>
            </a:r>
            <a:endParaRPr b="1" sz="2800">
              <a:solidFill>
                <a:schemeClr val="dk2"/>
              </a:solidFill>
              <a:latin typeface="Arial"/>
              <a:ea typeface="Arial"/>
              <a:cs typeface="Arial"/>
              <a:sym typeface="Arial"/>
            </a:endParaRPr>
          </a:p>
        </p:txBody>
      </p:sp>
      <p:pic>
        <p:nvPicPr>
          <p:cNvPr id="170" name="Google Shape;170;p8"/>
          <p:cNvPicPr preferRelativeResize="0"/>
          <p:nvPr/>
        </p:nvPicPr>
        <p:blipFill rotWithShape="1">
          <a:blip r:embed="rId4">
            <a:alphaModFix/>
          </a:blip>
          <a:srcRect b="0" l="0" r="0" t="0"/>
          <a:stretch/>
        </p:blipFill>
        <p:spPr>
          <a:xfrm>
            <a:off x="8318500" y="6032500"/>
            <a:ext cx="609600" cy="609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0"/>
                                        </p:tgtEl>
                                        <p:attrNameLst>
                                          <p:attrName>style.visibility</p:attrName>
                                        </p:attrNameLst>
                                      </p:cBhvr>
                                      <p:to>
                                        <p:strVal val="visible"/>
                                      </p:to>
                                    </p:set>
                                    <p:animEffect filter="fade" transition="in">
                                      <p:cBhvr>
                                        <p:cTn dur="1"/>
                                        <p:tgtEl>
                                          <p:spTgt spid="170"/>
                                        </p:tgtEl>
                                      </p:cBhvr>
                                    </p:animEffect>
                                  </p:childTnLst>
                                </p:cTn>
                              </p:par>
                            </p:childTnLst>
                          </p:cTn>
                        </p:par>
                      </p:childTnLst>
                    </p:cTn>
                  </p:par>
                  <p:par>
                    <p:cTn fill="hold">
                      <p:stCondLst>
                        <p:cond delay="indefinite"/>
                      </p:stCondLst>
                      <p:childTnLst>
                        <p:par>
                          <p:cTn fill="hold">
                            <p:stCondLst>
                              <p:cond delay="0"/>
                            </p:stCondLst>
                            <p:childTnLst>
                              <p:par>
                                <p:cTn fill="hold" nodeType="clickEffect" presetClass="entr" presetID="1" presetSubtype="0">
                                  <p:stCondLst>
                                    <p:cond delay="0"/>
                                  </p:stCondLst>
                                  <p:childTnLst>
                                    <p:set>
                                      <p:cBhvr>
                                        <p:cTn dur="1" fill="hold">
                                          <p:stCondLst>
                                            <p:cond delay="0"/>
                                          </p:stCondLst>
                                        </p:cTn>
                                        <p:tgtEl>
                                          <p:spTgt spid="168"/>
                                        </p:tgtEl>
                                        <p:attrNameLst>
                                          <p:attrName>style.visibility</p:attrName>
                                        </p:attrNameLst>
                                      </p:cBhvr>
                                      <p:to>
                                        <p:strVal val="visible"/>
                                      </p:to>
                                    </p:set>
                                  </p:childTnLst>
                                </p:cTn>
                              </p:par>
                              <p:par>
                                <p:cTn fill="hold" nodeType="withEffect" presetClass="entr" presetID="1" presetSubtype="0">
                                  <p:stCondLst>
                                    <p:cond delay="0"/>
                                  </p:stCondLst>
                                  <p:childTnLst>
                                    <p:set>
                                      <p:cBhvr>
                                        <p:cTn dur="1" fill="hold">
                                          <p:stCondLst>
                                            <p:cond delay="0"/>
                                          </p:stCondLst>
                                        </p:cTn>
                                        <p:tgtEl>
                                          <p:spTgt spid="169"/>
                                        </p:tgtEl>
                                        <p:attrNameLst>
                                          <p:attrName>style.visibility</p:attrName>
                                        </p:attrNameLst>
                                      </p:cBhvr>
                                      <p:to>
                                        <p:strVal val="visible"/>
                                      </p:to>
                                    </p:se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4" name="Shape 174"/>
        <p:cNvGrpSpPr/>
        <p:nvPr/>
      </p:nvGrpSpPr>
      <p:grpSpPr>
        <a:xfrm>
          <a:off x="0" y="0"/>
          <a:ext cx="0" cy="0"/>
          <a:chOff x="0" y="0"/>
          <a:chExt cx="0" cy="0"/>
        </a:xfrm>
      </p:grpSpPr>
      <p:sp>
        <p:nvSpPr>
          <p:cNvPr id="175" name="Google Shape;175;p9"/>
          <p:cNvSpPr txBox="1"/>
          <p:nvPr>
            <p:ph type="title"/>
          </p:nvPr>
        </p:nvSpPr>
        <p:spPr>
          <a:xfrm>
            <a:off x="539552" y="116632"/>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s-CL"/>
              <a:t>Ejercicios</a:t>
            </a:r>
            <a:endParaRPr/>
          </a:p>
        </p:txBody>
      </p:sp>
      <p:sp>
        <p:nvSpPr>
          <p:cNvPr id="176" name="Google Shape;176;p9"/>
          <p:cNvSpPr txBox="1"/>
          <p:nvPr>
            <p:ph idx="1" type="body"/>
          </p:nvPr>
        </p:nvSpPr>
        <p:spPr>
          <a:xfrm>
            <a:off x="1480495" y="764704"/>
            <a:ext cx="7483994" cy="6048672"/>
          </a:xfrm>
          <a:prstGeom prst="rect">
            <a:avLst/>
          </a:prstGeom>
          <a:noFill/>
          <a:ln>
            <a:noFill/>
          </a:ln>
        </p:spPr>
        <p:txBody>
          <a:bodyPr anchorCtr="0" anchor="t" bIns="45700" lIns="91425" spcFirstLastPara="1" rIns="91425" wrap="square" tIns="45700">
            <a:noAutofit/>
          </a:bodyPr>
          <a:lstStyle/>
          <a:p>
            <a:pPr indent="-457200" lvl="0" marL="457200" rtl="0" algn="l">
              <a:spcBef>
                <a:spcPts val="0"/>
              </a:spcBef>
              <a:spcAft>
                <a:spcPts val="0"/>
              </a:spcAft>
              <a:buClr>
                <a:schemeClr val="dk1"/>
              </a:buClr>
              <a:buSzPts val="1800"/>
              <a:buFont typeface="Arial"/>
              <a:buAutoNum type="arabicPeriod"/>
            </a:pPr>
            <a:r>
              <a:rPr lang="es-CL" sz="1800"/>
              <a:t>Diseñe un algoritmo en diagrama de flujo y Python que cuente los números ingresados distintos de cero. El programa termina al ingresar el cero. Ejemplo:	</a:t>
            </a:r>
            <a:endParaRPr/>
          </a:p>
          <a:p>
            <a:pPr indent="0" lvl="3" marL="1219200" rtl="0" algn="l">
              <a:spcBef>
                <a:spcPts val="320"/>
              </a:spcBef>
              <a:spcAft>
                <a:spcPts val="0"/>
              </a:spcAft>
              <a:buClr>
                <a:srgbClr val="262699"/>
              </a:buClr>
              <a:buSzPts val="1600"/>
              <a:buFont typeface="Arial"/>
              <a:buNone/>
            </a:pPr>
            <a:r>
              <a:rPr i="1" lang="es-CL" sz="1600">
                <a:solidFill>
                  <a:srgbClr val="262699"/>
                </a:solidFill>
              </a:rPr>
              <a:t>Ingrese un número: </a:t>
            </a:r>
            <a:r>
              <a:rPr i="1" lang="es-CL" sz="1600">
                <a:solidFill>
                  <a:srgbClr val="FF0000"/>
                </a:solidFill>
              </a:rPr>
              <a:t>3</a:t>
            </a:r>
            <a:endParaRPr/>
          </a:p>
          <a:p>
            <a:pPr indent="0" lvl="3" marL="1219200" rtl="0" algn="l">
              <a:spcBef>
                <a:spcPts val="320"/>
              </a:spcBef>
              <a:spcAft>
                <a:spcPts val="0"/>
              </a:spcAft>
              <a:buClr>
                <a:srgbClr val="262699"/>
              </a:buClr>
              <a:buSzPts val="1600"/>
              <a:buFont typeface="Arial"/>
              <a:buNone/>
            </a:pPr>
            <a:r>
              <a:rPr i="1" lang="es-CL" sz="1600">
                <a:solidFill>
                  <a:srgbClr val="262699"/>
                </a:solidFill>
              </a:rPr>
              <a:t>Ingrese un número: </a:t>
            </a:r>
            <a:r>
              <a:rPr i="1" lang="es-CL" sz="1600">
                <a:solidFill>
                  <a:srgbClr val="FF0000"/>
                </a:solidFill>
              </a:rPr>
              <a:t>4</a:t>
            </a:r>
            <a:endParaRPr/>
          </a:p>
          <a:p>
            <a:pPr indent="0" lvl="3" marL="1219200" rtl="0" algn="l">
              <a:spcBef>
                <a:spcPts val="320"/>
              </a:spcBef>
              <a:spcAft>
                <a:spcPts val="0"/>
              </a:spcAft>
              <a:buClr>
                <a:srgbClr val="262699"/>
              </a:buClr>
              <a:buSzPts val="1600"/>
              <a:buFont typeface="Arial"/>
              <a:buNone/>
            </a:pPr>
            <a:r>
              <a:rPr i="1" lang="es-CL" sz="1600">
                <a:solidFill>
                  <a:srgbClr val="262699"/>
                </a:solidFill>
              </a:rPr>
              <a:t>Ingrese un número: </a:t>
            </a:r>
            <a:r>
              <a:rPr i="1" lang="es-CL" sz="1600">
                <a:solidFill>
                  <a:srgbClr val="FF0000"/>
                </a:solidFill>
              </a:rPr>
              <a:t>-5</a:t>
            </a:r>
            <a:endParaRPr/>
          </a:p>
          <a:p>
            <a:pPr indent="0" lvl="3" marL="1219200" rtl="0" algn="l">
              <a:spcBef>
                <a:spcPts val="320"/>
              </a:spcBef>
              <a:spcAft>
                <a:spcPts val="0"/>
              </a:spcAft>
              <a:buClr>
                <a:srgbClr val="262699"/>
              </a:buClr>
              <a:buSzPts val="1600"/>
              <a:buFont typeface="Arial"/>
              <a:buNone/>
            </a:pPr>
            <a:r>
              <a:rPr i="1" lang="es-CL" sz="1600">
                <a:solidFill>
                  <a:srgbClr val="262699"/>
                </a:solidFill>
              </a:rPr>
              <a:t>Ingrese un número: </a:t>
            </a:r>
            <a:r>
              <a:rPr i="1" lang="es-CL" sz="1600">
                <a:solidFill>
                  <a:srgbClr val="FF0000"/>
                </a:solidFill>
              </a:rPr>
              <a:t>0</a:t>
            </a:r>
            <a:endParaRPr/>
          </a:p>
          <a:p>
            <a:pPr indent="0" lvl="3" marL="1219200" rtl="0" algn="l">
              <a:spcBef>
                <a:spcPts val="320"/>
              </a:spcBef>
              <a:spcAft>
                <a:spcPts val="0"/>
              </a:spcAft>
              <a:buClr>
                <a:srgbClr val="262699"/>
              </a:buClr>
              <a:buSzPts val="1600"/>
              <a:buFont typeface="Arial"/>
              <a:buNone/>
            </a:pPr>
            <a:r>
              <a:rPr i="1" lang="es-CL" sz="1600">
                <a:solidFill>
                  <a:srgbClr val="262699"/>
                </a:solidFill>
              </a:rPr>
              <a:t>Se ingresaron 3 números distintos a cero.</a:t>
            </a:r>
            <a:endParaRPr/>
          </a:p>
          <a:p>
            <a:pPr indent="0" lvl="3" marL="1219200" rtl="0" algn="l">
              <a:spcBef>
                <a:spcPts val="320"/>
              </a:spcBef>
              <a:spcAft>
                <a:spcPts val="0"/>
              </a:spcAft>
              <a:buClr>
                <a:schemeClr val="dk1"/>
              </a:buClr>
              <a:buSzPts val="1600"/>
              <a:buFont typeface="Arial"/>
              <a:buNone/>
            </a:pPr>
            <a:r>
              <a:t/>
            </a:r>
            <a:endParaRPr i="1" sz="1600">
              <a:solidFill>
                <a:srgbClr val="262699"/>
              </a:solidFill>
            </a:endParaRPr>
          </a:p>
          <a:p>
            <a:pPr indent="-457200" lvl="0" marL="457200" rtl="0" algn="l">
              <a:lnSpc>
                <a:spcPct val="90000"/>
              </a:lnSpc>
              <a:spcBef>
                <a:spcPts val="360"/>
              </a:spcBef>
              <a:spcAft>
                <a:spcPts val="0"/>
              </a:spcAft>
              <a:buClr>
                <a:schemeClr val="dk1"/>
              </a:buClr>
              <a:buSzPts val="1800"/>
              <a:buFont typeface="Arial"/>
              <a:buAutoNum type="arabicPeriod"/>
            </a:pPr>
            <a:r>
              <a:rPr lang="es-CL" sz="1800"/>
              <a:t>Diseñe un algoritmo en diagrama de flujo y Python que repita el ingreso de valores enteros, hasta que la suma de los números ingresados sea mayor a 100. El programa debe mostrar en pantalla el resultado de la suma de los números ingresados.</a:t>
            </a:r>
            <a:endParaRPr/>
          </a:p>
          <a:p>
            <a:pPr indent="0" lvl="0" marL="0" rtl="0" algn="l">
              <a:lnSpc>
                <a:spcPct val="90000"/>
              </a:lnSpc>
              <a:spcBef>
                <a:spcPts val="360"/>
              </a:spcBef>
              <a:spcAft>
                <a:spcPts val="0"/>
              </a:spcAft>
              <a:buClr>
                <a:schemeClr val="dk1"/>
              </a:buClr>
              <a:buSzPts val="900"/>
              <a:buNone/>
            </a:pPr>
            <a:r>
              <a:rPr lang="es-CL" sz="1800"/>
              <a:t>	 Ejemplo:</a:t>
            </a:r>
            <a:endParaRPr sz="1800"/>
          </a:p>
          <a:p>
            <a:pPr indent="0" lvl="3" marL="1333500" rtl="0" algn="l">
              <a:lnSpc>
                <a:spcPct val="90000"/>
              </a:lnSpc>
              <a:spcBef>
                <a:spcPts val="360"/>
              </a:spcBef>
              <a:spcAft>
                <a:spcPts val="0"/>
              </a:spcAft>
              <a:buClr>
                <a:schemeClr val="accent2"/>
              </a:buClr>
              <a:buSzPts val="1800"/>
              <a:buFont typeface="Arial"/>
              <a:buNone/>
            </a:pPr>
            <a:r>
              <a:rPr i="1" lang="es-CL">
                <a:solidFill>
                  <a:schemeClr val="accent2"/>
                </a:solidFill>
              </a:rPr>
              <a:t>Ingrese entero: </a:t>
            </a:r>
            <a:r>
              <a:rPr b="1" i="1" lang="es-CL">
                <a:solidFill>
                  <a:srgbClr val="C00000"/>
                </a:solidFill>
              </a:rPr>
              <a:t>13</a:t>
            </a:r>
            <a:endParaRPr b="1" i="1">
              <a:solidFill>
                <a:srgbClr val="C00000"/>
              </a:solidFill>
            </a:endParaRPr>
          </a:p>
          <a:p>
            <a:pPr indent="0" lvl="3" marL="1333500" rtl="0" algn="l">
              <a:lnSpc>
                <a:spcPct val="90000"/>
              </a:lnSpc>
              <a:spcBef>
                <a:spcPts val="360"/>
              </a:spcBef>
              <a:spcAft>
                <a:spcPts val="0"/>
              </a:spcAft>
              <a:buClr>
                <a:schemeClr val="accent2"/>
              </a:buClr>
              <a:buSzPts val="1800"/>
              <a:buFont typeface="Arial"/>
              <a:buNone/>
            </a:pPr>
            <a:r>
              <a:rPr i="1" lang="es-CL">
                <a:solidFill>
                  <a:schemeClr val="accent2"/>
                </a:solidFill>
              </a:rPr>
              <a:t>Ingrese entero: </a:t>
            </a:r>
            <a:r>
              <a:rPr b="1" i="1" lang="es-CL">
                <a:solidFill>
                  <a:srgbClr val="C00000"/>
                </a:solidFill>
              </a:rPr>
              <a:t>47</a:t>
            </a:r>
            <a:endParaRPr b="1" i="1">
              <a:solidFill>
                <a:srgbClr val="C00000"/>
              </a:solidFill>
            </a:endParaRPr>
          </a:p>
          <a:p>
            <a:pPr indent="0" lvl="3" marL="1333500" rtl="0" algn="l">
              <a:lnSpc>
                <a:spcPct val="90000"/>
              </a:lnSpc>
              <a:spcBef>
                <a:spcPts val="360"/>
              </a:spcBef>
              <a:spcAft>
                <a:spcPts val="0"/>
              </a:spcAft>
              <a:buClr>
                <a:schemeClr val="accent2"/>
              </a:buClr>
              <a:buSzPts val="1800"/>
              <a:buFont typeface="Arial"/>
              <a:buNone/>
            </a:pPr>
            <a:r>
              <a:rPr i="1" lang="es-CL">
                <a:solidFill>
                  <a:schemeClr val="accent2"/>
                </a:solidFill>
              </a:rPr>
              <a:t>Ingrese entero: </a:t>
            </a:r>
            <a:r>
              <a:rPr b="1" i="1" lang="es-CL">
                <a:solidFill>
                  <a:srgbClr val="C00000"/>
                </a:solidFill>
              </a:rPr>
              <a:t>36</a:t>
            </a:r>
            <a:endParaRPr/>
          </a:p>
          <a:p>
            <a:pPr indent="0" lvl="3" marL="1333500" rtl="0" algn="l">
              <a:lnSpc>
                <a:spcPct val="90000"/>
              </a:lnSpc>
              <a:spcBef>
                <a:spcPts val="360"/>
              </a:spcBef>
              <a:spcAft>
                <a:spcPts val="0"/>
              </a:spcAft>
              <a:buClr>
                <a:schemeClr val="accent2"/>
              </a:buClr>
              <a:buSzPts val="1800"/>
              <a:buFont typeface="Arial"/>
              <a:buNone/>
            </a:pPr>
            <a:r>
              <a:rPr i="1" lang="es-CL">
                <a:solidFill>
                  <a:schemeClr val="accent2"/>
                </a:solidFill>
              </a:rPr>
              <a:t>Ingrese entero: </a:t>
            </a:r>
            <a:r>
              <a:rPr b="1" i="1" lang="es-CL">
                <a:solidFill>
                  <a:srgbClr val="C00000"/>
                </a:solidFill>
              </a:rPr>
              <a:t>-10</a:t>
            </a:r>
            <a:endParaRPr b="1" i="1">
              <a:solidFill>
                <a:srgbClr val="C00000"/>
              </a:solidFill>
            </a:endParaRPr>
          </a:p>
          <a:p>
            <a:pPr indent="0" lvl="3" marL="1333500" rtl="0" algn="l">
              <a:lnSpc>
                <a:spcPct val="90000"/>
              </a:lnSpc>
              <a:spcBef>
                <a:spcPts val="360"/>
              </a:spcBef>
              <a:spcAft>
                <a:spcPts val="0"/>
              </a:spcAft>
              <a:buClr>
                <a:schemeClr val="accent2"/>
              </a:buClr>
              <a:buSzPts val="1800"/>
              <a:buFont typeface="Arial"/>
              <a:buNone/>
            </a:pPr>
            <a:r>
              <a:rPr i="1" lang="es-CL">
                <a:solidFill>
                  <a:schemeClr val="accent2"/>
                </a:solidFill>
              </a:rPr>
              <a:t>Ingrese entero: </a:t>
            </a:r>
            <a:r>
              <a:rPr b="1" i="1" lang="es-CL">
                <a:solidFill>
                  <a:srgbClr val="C00000"/>
                </a:solidFill>
              </a:rPr>
              <a:t>20</a:t>
            </a:r>
            <a:endParaRPr/>
          </a:p>
          <a:p>
            <a:pPr indent="0" lvl="3" marL="1333500" rtl="0" algn="l">
              <a:lnSpc>
                <a:spcPct val="90000"/>
              </a:lnSpc>
              <a:spcBef>
                <a:spcPts val="360"/>
              </a:spcBef>
              <a:spcAft>
                <a:spcPts val="0"/>
              </a:spcAft>
              <a:buClr>
                <a:schemeClr val="accent2"/>
              </a:buClr>
              <a:buSzPts val="1800"/>
              <a:buFont typeface="Arial"/>
              <a:buNone/>
            </a:pPr>
            <a:r>
              <a:rPr i="1" lang="es-CL">
                <a:solidFill>
                  <a:schemeClr val="accent2"/>
                </a:solidFill>
              </a:rPr>
              <a:t>Suma: 106</a:t>
            </a:r>
            <a:endParaRPr i="1">
              <a:solidFill>
                <a:schemeClr val="accent2"/>
              </a:solidFill>
            </a:endParaRPr>
          </a:p>
          <a:p>
            <a:pPr indent="-330200" lvl="3" marL="1790700" rtl="0" algn="l">
              <a:lnSpc>
                <a:spcPct val="90000"/>
              </a:lnSpc>
              <a:spcBef>
                <a:spcPts val="400"/>
              </a:spcBef>
              <a:spcAft>
                <a:spcPts val="0"/>
              </a:spcAft>
              <a:buClr>
                <a:schemeClr val="dk1"/>
              </a:buClr>
              <a:buSzPts val="2000"/>
              <a:buFont typeface="Arial"/>
              <a:buNone/>
            </a:pPr>
            <a:r>
              <a:t/>
            </a:r>
            <a:endParaRPr i="1" sz="2000">
              <a:solidFill>
                <a:schemeClr val="accent2"/>
              </a:solidFill>
            </a:endParaRPr>
          </a:p>
          <a:p>
            <a:pPr indent="-241300" lvl="3" marL="1562100" rtl="0" algn="l">
              <a:spcBef>
                <a:spcPts val="320"/>
              </a:spcBef>
              <a:spcAft>
                <a:spcPts val="0"/>
              </a:spcAft>
              <a:buClr>
                <a:schemeClr val="dk1"/>
              </a:buClr>
              <a:buSzPts val="1600"/>
              <a:buFont typeface="Arial"/>
              <a:buNone/>
            </a:pPr>
            <a:r>
              <a:t/>
            </a:r>
            <a:endParaRPr i="1" sz="1600">
              <a:solidFill>
                <a:srgbClr val="262699"/>
              </a:solidFill>
            </a:endParaRPr>
          </a:p>
          <a:p>
            <a:pPr indent="-400050" lvl="0" marL="457200" rtl="0" algn="l">
              <a:spcBef>
                <a:spcPts val="360"/>
              </a:spcBef>
              <a:spcAft>
                <a:spcPts val="0"/>
              </a:spcAft>
              <a:buClr>
                <a:schemeClr val="dk1"/>
              </a:buClr>
              <a:buSzPts val="900"/>
              <a:buFont typeface="Arial"/>
              <a:buNone/>
            </a:pPr>
            <a:r>
              <a:t/>
            </a:r>
            <a:endParaRPr sz="1800"/>
          </a:p>
        </p:txBody>
      </p:sp>
      <p:pic>
        <p:nvPicPr>
          <p:cNvPr id="177" name="Google Shape;177;p9"/>
          <p:cNvPicPr preferRelativeResize="0"/>
          <p:nvPr/>
        </p:nvPicPr>
        <p:blipFill rotWithShape="1">
          <a:blip r:embed="rId3">
            <a:alphaModFix/>
          </a:blip>
          <a:srcRect b="0" l="0" r="0" t="0"/>
          <a:stretch/>
        </p:blipFill>
        <p:spPr>
          <a:xfrm>
            <a:off x="8318500" y="6032500"/>
            <a:ext cx="609600" cy="609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77"/>
                                        </p:tgtEl>
                                        <p:attrNameLst>
                                          <p:attrName>style.visibility</p:attrName>
                                        </p:attrNameLst>
                                      </p:cBhvr>
                                      <p:to>
                                        <p:strVal val="visible"/>
                                      </p:to>
                                    </p:set>
                                    <p:animEffect filter="fade" transition="in">
                                      <p:cBhvr>
                                        <p:cTn dur="1"/>
                                        <p:tgtEl>
                                          <p:spTgt spid="177"/>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1" name="Shape 181"/>
        <p:cNvGrpSpPr/>
        <p:nvPr/>
      </p:nvGrpSpPr>
      <p:grpSpPr>
        <a:xfrm>
          <a:off x="0" y="0"/>
          <a:ext cx="0" cy="0"/>
          <a:chOff x="0" y="0"/>
          <a:chExt cx="0" cy="0"/>
        </a:xfrm>
      </p:grpSpPr>
      <p:sp>
        <p:nvSpPr>
          <p:cNvPr id="182" name="Google Shape;182;p10"/>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s-CL"/>
              <a:t>Ejercicios</a:t>
            </a:r>
            <a:endParaRPr/>
          </a:p>
        </p:txBody>
      </p:sp>
      <p:sp>
        <p:nvSpPr>
          <p:cNvPr id="183" name="Google Shape;183;p10"/>
          <p:cNvSpPr txBox="1"/>
          <p:nvPr>
            <p:ph idx="1" type="body"/>
          </p:nvPr>
        </p:nvSpPr>
        <p:spPr>
          <a:xfrm>
            <a:off x="1403648" y="980728"/>
            <a:ext cx="7416824" cy="5328592"/>
          </a:xfrm>
          <a:prstGeom prst="rect">
            <a:avLst/>
          </a:prstGeom>
          <a:noFill/>
          <a:ln>
            <a:noFill/>
          </a:ln>
        </p:spPr>
        <p:txBody>
          <a:bodyPr anchorCtr="0" anchor="t" bIns="45700" lIns="91425" spcFirstLastPara="1" rIns="91425" wrap="square" tIns="45700">
            <a:noAutofit/>
          </a:bodyPr>
          <a:lstStyle/>
          <a:p>
            <a:pPr indent="-457200" lvl="0" marL="457200" rtl="0" algn="just">
              <a:spcBef>
                <a:spcPts val="0"/>
              </a:spcBef>
              <a:spcAft>
                <a:spcPts val="0"/>
              </a:spcAft>
              <a:buClr>
                <a:schemeClr val="dk1"/>
              </a:buClr>
              <a:buSzPts val="2000"/>
              <a:buFont typeface="Arial"/>
              <a:buAutoNum type="arabicPeriod" startAt="3"/>
            </a:pPr>
            <a:r>
              <a:rPr lang="es-CL" sz="2000"/>
              <a:t>Desarrolle el diagrama de flujo e implemente en Python un algoritmo que lea N números enteros (N entero positivo ingresado desde teclado) e imprima el menor y el mayor de ellos. </a:t>
            </a:r>
            <a:endParaRPr sz="2000"/>
          </a:p>
          <a:p>
            <a:pPr indent="-457200" lvl="0" marL="457200" rtl="0" algn="just">
              <a:spcBef>
                <a:spcPts val="400"/>
              </a:spcBef>
              <a:spcAft>
                <a:spcPts val="0"/>
              </a:spcAft>
              <a:buClr>
                <a:schemeClr val="dk1"/>
              </a:buClr>
              <a:buSzPts val="2000"/>
              <a:buFont typeface="Arial"/>
              <a:buAutoNum type="arabicPeriod" startAt="3"/>
            </a:pPr>
            <a:r>
              <a:rPr lang="es-CL" sz="2000"/>
              <a:t>Desarrolle un algoritmo en diagrama de flujo y Python que acepte como entrada un número entero positivo y muestre en pantalla un mensaje que indique si el número ingresado es par o impar y otro mensaje con la secuencia de números pares o impares desde el número ingresado hasta llegar a cero (excluido).</a:t>
            </a:r>
            <a:endParaRPr/>
          </a:p>
          <a:p>
            <a:pPr indent="-330200" lvl="0" marL="457200" rtl="0" algn="just">
              <a:spcBef>
                <a:spcPts val="400"/>
              </a:spcBef>
              <a:spcAft>
                <a:spcPts val="0"/>
              </a:spcAft>
              <a:buClr>
                <a:schemeClr val="dk1"/>
              </a:buClr>
              <a:buSzPts val="2000"/>
              <a:buFont typeface="Arial"/>
              <a:buNone/>
            </a:pPr>
            <a:r>
              <a:t/>
            </a:r>
            <a:endParaRPr sz="2000"/>
          </a:p>
          <a:p>
            <a:pPr indent="0" lvl="0" marL="0" rtl="0" algn="just">
              <a:spcBef>
                <a:spcPts val="360"/>
              </a:spcBef>
              <a:spcAft>
                <a:spcPts val="0"/>
              </a:spcAft>
              <a:buClr>
                <a:schemeClr val="dk1"/>
              </a:buClr>
              <a:buSzPts val="1800"/>
              <a:buNone/>
            </a:pPr>
            <a:r>
              <a:rPr lang="es-CL" sz="1800"/>
              <a:t>Ejemplo1: </a:t>
            </a:r>
            <a:endParaRPr sz="1800"/>
          </a:p>
          <a:p>
            <a:pPr indent="0" lvl="0" marL="0" rtl="0" algn="just">
              <a:spcBef>
                <a:spcPts val="0"/>
              </a:spcBef>
              <a:spcAft>
                <a:spcPts val="0"/>
              </a:spcAft>
              <a:buClr>
                <a:schemeClr val="dk1"/>
              </a:buClr>
              <a:buSzPts val="1800"/>
              <a:buNone/>
            </a:pPr>
            <a:r>
              <a:rPr lang="es-CL" sz="1800"/>
              <a:t>     </a:t>
            </a:r>
            <a:r>
              <a:rPr lang="es-CL" sz="1800">
                <a:solidFill>
                  <a:srgbClr val="262699"/>
                </a:solidFill>
              </a:rPr>
              <a:t>Ingrese un número: 9</a:t>
            </a:r>
            <a:endParaRPr sz="1800">
              <a:solidFill>
                <a:srgbClr val="262699"/>
              </a:solidFill>
            </a:endParaRPr>
          </a:p>
          <a:p>
            <a:pPr indent="0" lvl="0" marL="0" rtl="0" algn="just">
              <a:spcBef>
                <a:spcPts val="0"/>
              </a:spcBef>
              <a:spcAft>
                <a:spcPts val="0"/>
              </a:spcAft>
              <a:buClr>
                <a:srgbClr val="262699"/>
              </a:buClr>
              <a:buSzPts val="1800"/>
              <a:buNone/>
            </a:pPr>
            <a:r>
              <a:rPr lang="es-CL" sz="1800">
                <a:solidFill>
                  <a:srgbClr val="262699"/>
                </a:solidFill>
              </a:rPr>
              <a:t>     El número 9 es impar </a:t>
            </a:r>
            <a:endParaRPr sz="1800">
              <a:solidFill>
                <a:srgbClr val="262699"/>
              </a:solidFill>
            </a:endParaRPr>
          </a:p>
          <a:p>
            <a:pPr indent="0" lvl="0" marL="0" rtl="0" algn="just">
              <a:spcBef>
                <a:spcPts val="0"/>
              </a:spcBef>
              <a:spcAft>
                <a:spcPts val="0"/>
              </a:spcAft>
              <a:buClr>
                <a:srgbClr val="262699"/>
              </a:buClr>
              <a:buSzPts val="1800"/>
              <a:buNone/>
            </a:pPr>
            <a:r>
              <a:rPr lang="es-CL" sz="1800">
                <a:solidFill>
                  <a:srgbClr val="262699"/>
                </a:solidFill>
              </a:rPr>
              <a:t>     La secuencia es: 9 7 5 3 1</a:t>
            </a:r>
            <a:endParaRPr sz="1800">
              <a:solidFill>
                <a:srgbClr val="262699"/>
              </a:solidFill>
            </a:endParaRPr>
          </a:p>
          <a:p>
            <a:pPr indent="-330200" lvl="0" marL="457200" rtl="0" algn="just">
              <a:spcBef>
                <a:spcPts val="400"/>
              </a:spcBef>
              <a:spcAft>
                <a:spcPts val="0"/>
              </a:spcAft>
              <a:buClr>
                <a:schemeClr val="dk1"/>
              </a:buClr>
              <a:buSzPts val="2000"/>
              <a:buFont typeface="Arial"/>
              <a:buNone/>
            </a:pPr>
            <a:r>
              <a:t/>
            </a:r>
            <a:endParaRPr sz="2000">
              <a:latin typeface="Arial"/>
              <a:ea typeface="Arial"/>
              <a:cs typeface="Arial"/>
              <a:sym typeface="Arial"/>
            </a:endParaRPr>
          </a:p>
          <a:p>
            <a:pPr indent="-336550" lvl="0" marL="514350" rtl="0" algn="l">
              <a:spcBef>
                <a:spcPts val="560"/>
              </a:spcBef>
              <a:spcAft>
                <a:spcPts val="0"/>
              </a:spcAft>
              <a:buClr>
                <a:schemeClr val="dk1"/>
              </a:buClr>
              <a:buSzPts val="2800"/>
              <a:buFont typeface="Arial"/>
              <a:buNone/>
            </a:pPr>
            <a:r>
              <a:t/>
            </a:r>
            <a:endParaRPr/>
          </a:p>
        </p:txBody>
      </p:sp>
      <p:sp>
        <p:nvSpPr>
          <p:cNvPr id="184" name="Google Shape;184;p10"/>
          <p:cNvSpPr txBox="1"/>
          <p:nvPr/>
        </p:nvSpPr>
        <p:spPr>
          <a:xfrm>
            <a:off x="5580112" y="4509120"/>
            <a:ext cx="3456384" cy="1615827"/>
          </a:xfrm>
          <a:prstGeom prst="rect">
            <a:avLst/>
          </a:prstGeom>
          <a:noFill/>
          <a:ln>
            <a:noFill/>
          </a:ln>
        </p:spPr>
        <p:txBody>
          <a:bodyPr anchorCtr="0" anchor="t" bIns="45700" lIns="91425" spcFirstLastPara="1" rIns="91425" wrap="square" tIns="45700">
            <a:spAutoFit/>
          </a:bodyPr>
          <a:lstStyle/>
          <a:p>
            <a:pPr indent="0" lvl="0" marL="0" marR="0" rtl="0" algn="just">
              <a:spcBef>
                <a:spcPts val="0"/>
              </a:spcBef>
              <a:spcAft>
                <a:spcPts val="0"/>
              </a:spcAft>
              <a:buClr>
                <a:schemeClr val="dk1"/>
              </a:buClr>
              <a:buSzPts val="1800"/>
              <a:buFont typeface="Arial"/>
              <a:buNone/>
            </a:pPr>
            <a:r>
              <a:rPr b="0" lang="es-CL" sz="1800">
                <a:solidFill>
                  <a:schemeClr val="dk1"/>
                </a:solidFill>
                <a:latin typeface="Arial"/>
                <a:ea typeface="Arial"/>
                <a:cs typeface="Arial"/>
                <a:sym typeface="Arial"/>
              </a:rPr>
              <a:t>Ejemplo2: </a:t>
            </a:r>
            <a:endParaRPr b="0" sz="1800">
              <a:solidFill>
                <a:schemeClr val="dk1"/>
              </a:solidFill>
              <a:latin typeface="Arial"/>
              <a:ea typeface="Arial"/>
              <a:cs typeface="Arial"/>
              <a:sym typeface="Arial"/>
            </a:endParaRPr>
          </a:p>
          <a:p>
            <a:pPr indent="0" lvl="0" marL="0" marR="0" rtl="0" algn="just">
              <a:spcBef>
                <a:spcPts val="0"/>
              </a:spcBef>
              <a:spcAft>
                <a:spcPts val="0"/>
              </a:spcAft>
              <a:buClr>
                <a:srgbClr val="CC9900"/>
              </a:buClr>
              <a:buSzPts val="1800"/>
              <a:buFont typeface="Arial"/>
              <a:buNone/>
            </a:pPr>
            <a:r>
              <a:rPr b="0" lang="es-CL" sz="1800">
                <a:solidFill>
                  <a:srgbClr val="CC9900"/>
                </a:solidFill>
                <a:latin typeface="Arial"/>
                <a:ea typeface="Arial"/>
                <a:cs typeface="Arial"/>
                <a:sym typeface="Arial"/>
              </a:rPr>
              <a:t>   </a:t>
            </a:r>
            <a:r>
              <a:rPr b="0" lang="es-CL" sz="1800">
                <a:solidFill>
                  <a:srgbClr val="262699"/>
                </a:solidFill>
                <a:latin typeface="Arial"/>
                <a:ea typeface="Arial"/>
                <a:cs typeface="Arial"/>
                <a:sym typeface="Arial"/>
              </a:rPr>
              <a:t>Ingrese un número : 8</a:t>
            </a:r>
            <a:endParaRPr b="0" sz="1800">
              <a:solidFill>
                <a:srgbClr val="262699"/>
              </a:solidFill>
              <a:latin typeface="Arial"/>
              <a:ea typeface="Arial"/>
              <a:cs typeface="Arial"/>
              <a:sym typeface="Arial"/>
            </a:endParaRPr>
          </a:p>
          <a:p>
            <a:pPr indent="0" lvl="0" marL="0" marR="0" rtl="0" algn="just">
              <a:spcBef>
                <a:spcPts val="0"/>
              </a:spcBef>
              <a:spcAft>
                <a:spcPts val="0"/>
              </a:spcAft>
              <a:buClr>
                <a:srgbClr val="262699"/>
              </a:buClr>
              <a:buSzPts val="1800"/>
              <a:buFont typeface="Arial"/>
              <a:buNone/>
            </a:pPr>
            <a:r>
              <a:rPr b="0" lang="es-CL" sz="1800">
                <a:solidFill>
                  <a:srgbClr val="262699"/>
                </a:solidFill>
                <a:latin typeface="Arial"/>
                <a:ea typeface="Arial"/>
                <a:cs typeface="Arial"/>
                <a:sym typeface="Arial"/>
              </a:rPr>
              <a:t>   El número 8 es par  </a:t>
            </a:r>
            <a:endParaRPr b="0" sz="1800">
              <a:solidFill>
                <a:srgbClr val="262699"/>
              </a:solidFill>
              <a:latin typeface="Arial"/>
              <a:ea typeface="Arial"/>
              <a:cs typeface="Arial"/>
              <a:sym typeface="Arial"/>
            </a:endParaRPr>
          </a:p>
          <a:p>
            <a:pPr indent="0" lvl="0" marL="0" marR="0" rtl="0" algn="just">
              <a:spcBef>
                <a:spcPts val="0"/>
              </a:spcBef>
              <a:spcAft>
                <a:spcPts val="0"/>
              </a:spcAft>
              <a:buClr>
                <a:srgbClr val="262699"/>
              </a:buClr>
              <a:buSzPts val="1800"/>
              <a:buFont typeface="Arial"/>
              <a:buNone/>
            </a:pPr>
            <a:r>
              <a:rPr b="0" lang="es-CL" sz="1800">
                <a:solidFill>
                  <a:srgbClr val="262699"/>
                </a:solidFill>
                <a:latin typeface="Arial"/>
                <a:ea typeface="Arial"/>
                <a:cs typeface="Arial"/>
                <a:sym typeface="Arial"/>
              </a:rPr>
              <a:t>   La secuencia es: 8 6 4 2</a:t>
            </a:r>
            <a:endParaRPr b="0" sz="1800">
              <a:solidFill>
                <a:srgbClr val="262699"/>
              </a:solidFill>
              <a:latin typeface="Arial"/>
              <a:ea typeface="Arial"/>
              <a:cs typeface="Arial"/>
              <a:sym typeface="Arial"/>
            </a:endParaRPr>
          </a:p>
          <a:p>
            <a:pPr indent="0" lvl="0" marL="0" marR="0" rtl="0" algn="ctr">
              <a:spcBef>
                <a:spcPts val="900"/>
              </a:spcBef>
              <a:spcAft>
                <a:spcPts val="0"/>
              </a:spcAft>
              <a:buNone/>
            </a:pPr>
            <a:r>
              <a:t/>
            </a:r>
            <a:endParaRPr b="0" sz="1800">
              <a:solidFill>
                <a:srgbClr val="CC9900"/>
              </a:solidFill>
              <a:latin typeface="Arial"/>
              <a:ea typeface="Arial"/>
              <a:cs typeface="Arial"/>
              <a:sym typeface="Arial"/>
            </a:endParaRPr>
          </a:p>
        </p:txBody>
      </p:sp>
      <p:pic>
        <p:nvPicPr>
          <p:cNvPr id="185" name="Google Shape;185;p10"/>
          <p:cNvPicPr preferRelativeResize="0"/>
          <p:nvPr/>
        </p:nvPicPr>
        <p:blipFill rotWithShape="1">
          <a:blip r:embed="rId3">
            <a:alphaModFix/>
          </a:blip>
          <a:srcRect b="0" l="0" r="0" t="0"/>
          <a:stretch/>
        </p:blipFill>
        <p:spPr>
          <a:xfrm>
            <a:off x="8318500" y="6032500"/>
            <a:ext cx="609600" cy="609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85"/>
                                        </p:tgtEl>
                                        <p:attrNameLst>
                                          <p:attrName>style.visibility</p:attrName>
                                        </p:attrNameLst>
                                      </p:cBhvr>
                                      <p:to>
                                        <p:strVal val="visible"/>
                                      </p:to>
                                    </p:set>
                                    <p:animEffect filter="fade" transition="in">
                                      <p:cBhvr>
                                        <p:cTn dur="1"/>
                                        <p:tgtEl>
                                          <p:spTgt spid="185"/>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9" name="Shape 189"/>
        <p:cNvGrpSpPr/>
        <p:nvPr/>
      </p:nvGrpSpPr>
      <p:grpSpPr>
        <a:xfrm>
          <a:off x="0" y="0"/>
          <a:ext cx="0" cy="0"/>
          <a:chOff x="0" y="0"/>
          <a:chExt cx="0" cy="0"/>
        </a:xfrm>
      </p:grpSpPr>
      <p:sp>
        <p:nvSpPr>
          <p:cNvPr id="190" name="Google Shape;190;p11"/>
          <p:cNvSpPr txBox="1"/>
          <p:nvPr>
            <p:ph type="title"/>
          </p:nvPr>
        </p:nvSpPr>
        <p:spPr>
          <a:xfrm>
            <a:off x="2082218" y="18661"/>
            <a:ext cx="6347713" cy="62932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s-CL"/>
              <a:t>Ejercicios </a:t>
            </a:r>
            <a:endParaRPr/>
          </a:p>
        </p:txBody>
      </p:sp>
      <p:sp>
        <p:nvSpPr>
          <p:cNvPr id="191" name="Google Shape;191;p11"/>
          <p:cNvSpPr txBox="1"/>
          <p:nvPr>
            <p:ph idx="1" type="body"/>
          </p:nvPr>
        </p:nvSpPr>
        <p:spPr>
          <a:xfrm>
            <a:off x="1691680" y="647981"/>
            <a:ext cx="7272808" cy="6120680"/>
          </a:xfrm>
          <a:prstGeom prst="rect">
            <a:avLst/>
          </a:prstGeom>
          <a:noFill/>
          <a:ln>
            <a:noFill/>
          </a:ln>
        </p:spPr>
        <p:txBody>
          <a:bodyPr anchorCtr="0" anchor="t" bIns="45700" lIns="91425" spcFirstLastPara="1" rIns="91425" wrap="square" tIns="45700">
            <a:noAutofit/>
          </a:bodyPr>
          <a:lstStyle/>
          <a:p>
            <a:pPr indent="-342900" lvl="0" marL="342900" rtl="0" algn="just">
              <a:spcBef>
                <a:spcPts val="0"/>
              </a:spcBef>
              <a:spcAft>
                <a:spcPts val="0"/>
              </a:spcAft>
              <a:buClr>
                <a:schemeClr val="dk1"/>
              </a:buClr>
              <a:buSzPts val="1800"/>
              <a:buFont typeface="Arial"/>
              <a:buAutoNum type="arabicPeriod" startAt="5"/>
            </a:pPr>
            <a:r>
              <a:rPr lang="es-CL" sz="1800"/>
              <a:t>Desarrolle un algoritmo en diagrama de flujo y Python que reciba como entrada dos valores positivos: p y q, donde q &gt; p. Este algoritmo debe generar como salida los múltiplos de p que son menores que q. </a:t>
            </a:r>
            <a:endParaRPr sz="1800"/>
          </a:p>
          <a:p>
            <a:pPr indent="-1252538" lvl="0" marL="2601913" rtl="0" algn="just">
              <a:spcBef>
                <a:spcPts val="280"/>
              </a:spcBef>
              <a:spcAft>
                <a:spcPts val="0"/>
              </a:spcAft>
              <a:buClr>
                <a:schemeClr val="dk1"/>
              </a:buClr>
              <a:buSzPts val="700"/>
              <a:buNone/>
            </a:pPr>
            <a:r>
              <a:rPr lang="es-CL" sz="1400"/>
              <a:t>Considere: - 0 es múltiplo de cualquier número. </a:t>
            </a:r>
            <a:endParaRPr sz="1400"/>
          </a:p>
          <a:p>
            <a:pPr indent="0" lvl="0" marL="2243138" rtl="0" algn="just">
              <a:spcBef>
                <a:spcPts val="280"/>
              </a:spcBef>
              <a:spcAft>
                <a:spcPts val="0"/>
              </a:spcAft>
              <a:buClr>
                <a:schemeClr val="dk1"/>
              </a:buClr>
              <a:buSzPts val="700"/>
              <a:buNone/>
            </a:pPr>
            <a:r>
              <a:rPr lang="es-CL" sz="1400"/>
              <a:t>- Todo número natural es múltiplo de 1 y de sí mismo. </a:t>
            </a:r>
            <a:endParaRPr sz="1400"/>
          </a:p>
          <a:p>
            <a:pPr indent="-342900" lvl="0" marL="342900" rtl="0" algn="l">
              <a:spcBef>
                <a:spcPts val="360"/>
              </a:spcBef>
              <a:spcAft>
                <a:spcPts val="0"/>
              </a:spcAft>
              <a:buClr>
                <a:schemeClr val="dk1"/>
              </a:buClr>
              <a:buSzPts val="1800"/>
              <a:buFont typeface="Arial"/>
              <a:buAutoNum type="arabicPeriod" startAt="6"/>
            </a:pPr>
            <a:r>
              <a:rPr lang="es-CL" sz="1800"/>
              <a:t>Escriba un algoritmo diagrama de flujo y Python que acepte números dentro del rango [-30,30] (ambos incluidos). El algoritmo finaliza cuando se ingresa un valor fuera del rango. El algoritmo debe mostrar en su salida :</a:t>
            </a:r>
            <a:endParaRPr sz="1800"/>
          </a:p>
          <a:p>
            <a:pPr indent="-342900" lvl="0" marL="1882775" rtl="0" algn="l">
              <a:spcBef>
                <a:spcPts val="360"/>
              </a:spcBef>
              <a:spcAft>
                <a:spcPts val="0"/>
              </a:spcAft>
              <a:buClr>
                <a:schemeClr val="dk1"/>
              </a:buClr>
              <a:buSzPts val="900"/>
              <a:buFont typeface="Noto Sans Symbols"/>
              <a:buChar char="✔"/>
            </a:pPr>
            <a:r>
              <a:rPr lang="es-CL" sz="1800"/>
              <a:t> la cantidad de números ingresados, </a:t>
            </a:r>
            <a:endParaRPr/>
          </a:p>
          <a:p>
            <a:pPr indent="-342900" lvl="0" marL="1882775" rtl="0" algn="l">
              <a:spcBef>
                <a:spcPts val="360"/>
              </a:spcBef>
              <a:spcAft>
                <a:spcPts val="0"/>
              </a:spcAft>
              <a:buClr>
                <a:schemeClr val="dk1"/>
              </a:buClr>
              <a:buSzPts val="900"/>
              <a:buFont typeface="Noto Sans Symbols"/>
              <a:buChar char="✔"/>
            </a:pPr>
            <a:r>
              <a:rPr lang="es-CL" sz="1800"/>
              <a:t> la cantidad de números positivos pares, </a:t>
            </a:r>
            <a:endParaRPr/>
          </a:p>
          <a:p>
            <a:pPr indent="-342900" lvl="0" marL="1882775" rtl="0" algn="l">
              <a:spcBef>
                <a:spcPts val="360"/>
              </a:spcBef>
              <a:spcAft>
                <a:spcPts val="0"/>
              </a:spcAft>
              <a:buClr>
                <a:schemeClr val="dk1"/>
              </a:buClr>
              <a:buSzPts val="900"/>
              <a:buFont typeface="Noto Sans Symbols"/>
              <a:buChar char="✔"/>
            </a:pPr>
            <a:r>
              <a:rPr lang="es-CL" sz="1800"/>
              <a:t> la cantidad de números negativos impares </a:t>
            </a:r>
            <a:endParaRPr/>
          </a:p>
          <a:p>
            <a:pPr indent="-342900" lvl="0" marL="1882775" rtl="0" algn="l">
              <a:spcBef>
                <a:spcPts val="360"/>
              </a:spcBef>
              <a:spcAft>
                <a:spcPts val="0"/>
              </a:spcAft>
              <a:buClr>
                <a:schemeClr val="dk1"/>
              </a:buClr>
              <a:buSzPts val="900"/>
              <a:buFont typeface="Noto Sans Symbols"/>
              <a:buChar char="✔"/>
            </a:pPr>
            <a:r>
              <a:rPr lang="es-CL" sz="1800"/>
              <a:t> la cantidad de ceros ingresados. </a:t>
            </a:r>
            <a:endParaRPr/>
          </a:p>
          <a:p>
            <a:pPr indent="0" lvl="0" marL="358775" rtl="0" algn="l">
              <a:spcBef>
                <a:spcPts val="320"/>
              </a:spcBef>
              <a:spcAft>
                <a:spcPts val="0"/>
              </a:spcAft>
              <a:buClr>
                <a:schemeClr val="dk1"/>
              </a:buClr>
              <a:buSzPts val="800"/>
              <a:buNone/>
            </a:pPr>
            <a:r>
              <a:rPr b="1" i="1" lang="es-CL" sz="1600"/>
              <a:t>Ejemplo: </a:t>
            </a:r>
            <a:endParaRPr sz="1600"/>
          </a:p>
          <a:p>
            <a:pPr indent="0" lvl="0" marL="631825" rtl="0" algn="l">
              <a:spcBef>
                <a:spcPts val="280"/>
              </a:spcBef>
              <a:spcAft>
                <a:spcPts val="0"/>
              </a:spcAft>
              <a:buClr>
                <a:srgbClr val="002060"/>
              </a:buClr>
              <a:buSzPts val="700"/>
              <a:buNone/>
            </a:pPr>
            <a:r>
              <a:rPr i="1" lang="es-CL" sz="1400">
                <a:solidFill>
                  <a:srgbClr val="002060"/>
                </a:solidFill>
              </a:rPr>
              <a:t>Ingrese un número: 5 </a:t>
            </a:r>
            <a:endParaRPr sz="1400">
              <a:solidFill>
                <a:srgbClr val="002060"/>
              </a:solidFill>
            </a:endParaRPr>
          </a:p>
          <a:p>
            <a:pPr indent="0" lvl="0" marL="631825" rtl="0" algn="l">
              <a:spcBef>
                <a:spcPts val="280"/>
              </a:spcBef>
              <a:spcAft>
                <a:spcPts val="0"/>
              </a:spcAft>
              <a:buClr>
                <a:srgbClr val="002060"/>
              </a:buClr>
              <a:buSzPts val="700"/>
              <a:buNone/>
            </a:pPr>
            <a:r>
              <a:rPr i="1" lang="es-CL" sz="1400">
                <a:solidFill>
                  <a:srgbClr val="002060"/>
                </a:solidFill>
              </a:rPr>
              <a:t>Ingrese un número: -9 </a:t>
            </a:r>
            <a:endParaRPr sz="1400">
              <a:solidFill>
                <a:srgbClr val="002060"/>
              </a:solidFill>
            </a:endParaRPr>
          </a:p>
          <a:p>
            <a:pPr indent="0" lvl="0" marL="631825" rtl="0" algn="l">
              <a:spcBef>
                <a:spcPts val="280"/>
              </a:spcBef>
              <a:spcAft>
                <a:spcPts val="0"/>
              </a:spcAft>
              <a:buClr>
                <a:srgbClr val="002060"/>
              </a:buClr>
              <a:buSzPts val="700"/>
              <a:buNone/>
            </a:pPr>
            <a:r>
              <a:rPr i="1" lang="es-CL" sz="1400">
                <a:solidFill>
                  <a:srgbClr val="002060"/>
                </a:solidFill>
              </a:rPr>
              <a:t>Ingrese un número: 2 </a:t>
            </a:r>
            <a:endParaRPr sz="1400">
              <a:solidFill>
                <a:srgbClr val="002060"/>
              </a:solidFill>
            </a:endParaRPr>
          </a:p>
          <a:p>
            <a:pPr indent="0" lvl="0" marL="631825" rtl="0" algn="l">
              <a:spcBef>
                <a:spcPts val="280"/>
              </a:spcBef>
              <a:spcAft>
                <a:spcPts val="0"/>
              </a:spcAft>
              <a:buClr>
                <a:srgbClr val="002060"/>
              </a:buClr>
              <a:buSzPts val="700"/>
              <a:buNone/>
            </a:pPr>
            <a:r>
              <a:rPr i="1" lang="es-CL" sz="1400">
                <a:solidFill>
                  <a:srgbClr val="002060"/>
                </a:solidFill>
              </a:rPr>
              <a:t>Ingrese un número: -3 </a:t>
            </a:r>
            <a:endParaRPr sz="1400">
              <a:solidFill>
                <a:srgbClr val="002060"/>
              </a:solidFill>
            </a:endParaRPr>
          </a:p>
          <a:p>
            <a:pPr indent="0" lvl="0" marL="631825" rtl="0" algn="l">
              <a:spcBef>
                <a:spcPts val="280"/>
              </a:spcBef>
              <a:spcAft>
                <a:spcPts val="0"/>
              </a:spcAft>
              <a:buClr>
                <a:srgbClr val="002060"/>
              </a:buClr>
              <a:buSzPts val="700"/>
              <a:buNone/>
            </a:pPr>
            <a:r>
              <a:rPr i="1" lang="es-CL" sz="1400">
                <a:solidFill>
                  <a:srgbClr val="002060"/>
                </a:solidFill>
              </a:rPr>
              <a:t>Ingrese un número: 0 </a:t>
            </a:r>
            <a:endParaRPr sz="1400">
              <a:solidFill>
                <a:srgbClr val="002060"/>
              </a:solidFill>
            </a:endParaRPr>
          </a:p>
          <a:p>
            <a:pPr indent="0" lvl="0" marL="631825" rtl="0" algn="l">
              <a:spcBef>
                <a:spcPts val="280"/>
              </a:spcBef>
              <a:spcAft>
                <a:spcPts val="0"/>
              </a:spcAft>
              <a:buClr>
                <a:srgbClr val="002060"/>
              </a:buClr>
              <a:buSzPts val="700"/>
              <a:buNone/>
            </a:pPr>
            <a:r>
              <a:rPr i="1" lang="es-CL" sz="1400">
                <a:solidFill>
                  <a:srgbClr val="002060"/>
                </a:solidFill>
              </a:rPr>
              <a:t>Ingrese un número: 55</a:t>
            </a:r>
            <a:r>
              <a:rPr i="1" lang="es-CL" sz="1400"/>
              <a:t> </a:t>
            </a:r>
            <a:endParaRPr sz="1400"/>
          </a:p>
        </p:txBody>
      </p:sp>
      <p:sp>
        <p:nvSpPr>
          <p:cNvPr id="192" name="Google Shape;192;p11"/>
          <p:cNvSpPr txBox="1"/>
          <p:nvPr/>
        </p:nvSpPr>
        <p:spPr>
          <a:xfrm>
            <a:off x="5328084" y="5013176"/>
            <a:ext cx="3179075" cy="1697901"/>
          </a:xfrm>
          <a:prstGeom prst="rect">
            <a:avLst/>
          </a:prstGeom>
          <a:noFill/>
          <a:ln>
            <a:noFill/>
          </a:ln>
        </p:spPr>
        <p:txBody>
          <a:bodyPr anchorCtr="0" anchor="t" bIns="45700" lIns="91425" spcFirstLastPara="1" rIns="91425" wrap="square" tIns="45700">
            <a:spAutoFit/>
          </a:bodyPr>
          <a:lstStyle/>
          <a:p>
            <a:pPr indent="-544513" lvl="0" marL="631825" marR="0" rtl="0" algn="l">
              <a:spcBef>
                <a:spcPts val="0"/>
              </a:spcBef>
              <a:spcAft>
                <a:spcPts val="0"/>
              </a:spcAft>
              <a:buClr>
                <a:schemeClr val="dk1"/>
              </a:buClr>
              <a:buSzPts val="1400"/>
              <a:buFont typeface="Arial"/>
              <a:buNone/>
            </a:pPr>
            <a:r>
              <a:rPr b="1" i="1" lang="es-CL" sz="1400">
                <a:solidFill>
                  <a:schemeClr val="dk1"/>
                </a:solidFill>
                <a:latin typeface="Arial"/>
                <a:ea typeface="Arial"/>
                <a:cs typeface="Arial"/>
                <a:sym typeface="Arial"/>
              </a:rPr>
              <a:t>Salida: </a:t>
            </a:r>
            <a:endParaRPr b="1" sz="1400">
              <a:solidFill>
                <a:schemeClr val="dk1"/>
              </a:solidFill>
              <a:latin typeface="Arial"/>
              <a:ea typeface="Arial"/>
              <a:cs typeface="Arial"/>
              <a:sym typeface="Arial"/>
            </a:endParaRPr>
          </a:p>
          <a:p>
            <a:pPr indent="0" lvl="0" marL="631825" marR="0" rtl="0" algn="l">
              <a:spcBef>
                <a:spcPts val="400"/>
              </a:spcBef>
              <a:spcAft>
                <a:spcPts val="0"/>
              </a:spcAft>
              <a:buClr>
                <a:srgbClr val="002060"/>
              </a:buClr>
              <a:buSzPts val="1400"/>
              <a:buFont typeface="Arial"/>
              <a:buNone/>
            </a:pPr>
            <a:r>
              <a:rPr b="0" i="1" lang="es-CL" sz="1400">
                <a:solidFill>
                  <a:srgbClr val="002060"/>
                </a:solidFill>
                <a:latin typeface="Arial"/>
                <a:ea typeface="Arial"/>
                <a:cs typeface="Arial"/>
                <a:sym typeface="Arial"/>
              </a:rPr>
              <a:t>Ud. ha ingresado 6 números. </a:t>
            </a:r>
            <a:endParaRPr b="0" sz="1400">
              <a:solidFill>
                <a:srgbClr val="002060"/>
              </a:solidFill>
              <a:latin typeface="Arial"/>
              <a:ea typeface="Arial"/>
              <a:cs typeface="Arial"/>
              <a:sym typeface="Arial"/>
            </a:endParaRPr>
          </a:p>
          <a:p>
            <a:pPr indent="0" lvl="0" marL="631825" marR="0" rtl="0" algn="l">
              <a:spcBef>
                <a:spcPts val="400"/>
              </a:spcBef>
              <a:spcAft>
                <a:spcPts val="0"/>
              </a:spcAft>
              <a:buClr>
                <a:srgbClr val="002060"/>
              </a:buClr>
              <a:buSzPts val="1400"/>
              <a:buFont typeface="Arial"/>
              <a:buNone/>
            </a:pPr>
            <a:r>
              <a:rPr b="0" i="1" lang="es-CL" sz="1400">
                <a:solidFill>
                  <a:srgbClr val="002060"/>
                </a:solidFill>
                <a:latin typeface="Arial"/>
                <a:ea typeface="Arial"/>
                <a:cs typeface="Arial"/>
                <a:sym typeface="Arial"/>
              </a:rPr>
              <a:t>Total positivos: 3 </a:t>
            </a:r>
            <a:endParaRPr b="0" sz="1400">
              <a:solidFill>
                <a:srgbClr val="002060"/>
              </a:solidFill>
              <a:latin typeface="Arial"/>
              <a:ea typeface="Arial"/>
              <a:cs typeface="Arial"/>
              <a:sym typeface="Arial"/>
            </a:endParaRPr>
          </a:p>
          <a:p>
            <a:pPr indent="0" lvl="0" marL="631825" marR="0" rtl="0" algn="l">
              <a:spcBef>
                <a:spcPts val="400"/>
              </a:spcBef>
              <a:spcAft>
                <a:spcPts val="0"/>
              </a:spcAft>
              <a:buClr>
                <a:srgbClr val="002060"/>
              </a:buClr>
              <a:buSzPts val="1400"/>
              <a:buFont typeface="Arial"/>
              <a:buNone/>
            </a:pPr>
            <a:r>
              <a:rPr b="0" i="1" lang="es-CL" sz="1400">
                <a:solidFill>
                  <a:srgbClr val="002060"/>
                </a:solidFill>
                <a:latin typeface="Arial"/>
                <a:ea typeface="Arial"/>
                <a:cs typeface="Arial"/>
                <a:sym typeface="Arial"/>
              </a:rPr>
              <a:t>Total negativos: 2 </a:t>
            </a:r>
            <a:endParaRPr b="0" sz="1400">
              <a:solidFill>
                <a:srgbClr val="002060"/>
              </a:solidFill>
              <a:latin typeface="Arial"/>
              <a:ea typeface="Arial"/>
              <a:cs typeface="Arial"/>
              <a:sym typeface="Arial"/>
            </a:endParaRPr>
          </a:p>
          <a:p>
            <a:pPr indent="0" lvl="0" marL="631825" marR="0" rtl="0" algn="l">
              <a:spcBef>
                <a:spcPts val="400"/>
              </a:spcBef>
              <a:spcAft>
                <a:spcPts val="0"/>
              </a:spcAft>
              <a:buClr>
                <a:srgbClr val="002060"/>
              </a:buClr>
              <a:buSzPts val="1400"/>
              <a:buFont typeface="Arial"/>
              <a:buNone/>
            </a:pPr>
            <a:r>
              <a:rPr b="0" i="1" lang="es-CL" sz="1400">
                <a:solidFill>
                  <a:srgbClr val="002060"/>
                </a:solidFill>
                <a:latin typeface="Arial"/>
                <a:ea typeface="Arial"/>
                <a:cs typeface="Arial"/>
                <a:sym typeface="Arial"/>
              </a:rPr>
              <a:t>Cantidad de ceros: 1 </a:t>
            </a:r>
            <a:endParaRPr b="0" sz="1400">
              <a:solidFill>
                <a:srgbClr val="002060"/>
              </a:solidFill>
              <a:latin typeface="Arial"/>
              <a:ea typeface="Arial"/>
              <a:cs typeface="Arial"/>
              <a:sym typeface="Arial"/>
            </a:endParaRPr>
          </a:p>
          <a:p>
            <a:pPr indent="0" lvl="0" marL="0" marR="0" rtl="0" algn="l">
              <a:spcBef>
                <a:spcPts val="700"/>
              </a:spcBef>
              <a:spcAft>
                <a:spcPts val="0"/>
              </a:spcAft>
              <a:buNone/>
            </a:pPr>
            <a:r>
              <a:t/>
            </a:r>
            <a:endParaRPr b="0" sz="1400">
              <a:solidFill>
                <a:schemeClr val="dk1"/>
              </a:solidFill>
              <a:latin typeface="Arial"/>
              <a:ea typeface="Arial"/>
              <a:cs typeface="Arial"/>
              <a:sym typeface="Arial"/>
            </a:endParaRPr>
          </a:p>
        </p:txBody>
      </p:sp>
      <p:pic>
        <p:nvPicPr>
          <p:cNvPr id="193" name="Google Shape;193;p11"/>
          <p:cNvPicPr preferRelativeResize="0"/>
          <p:nvPr/>
        </p:nvPicPr>
        <p:blipFill rotWithShape="1">
          <a:blip r:embed="rId3">
            <a:alphaModFix/>
          </a:blip>
          <a:srcRect b="0" l="0" r="0" t="0"/>
          <a:stretch/>
        </p:blipFill>
        <p:spPr>
          <a:xfrm>
            <a:off x="8318500" y="6032500"/>
            <a:ext cx="609600" cy="609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193"/>
                                        </p:tgtEl>
                                        <p:attrNameLst>
                                          <p:attrName>style.visibility</p:attrName>
                                        </p:attrNameLst>
                                      </p:cBhvr>
                                      <p:to>
                                        <p:strVal val="visible"/>
                                      </p:to>
                                    </p:set>
                                    <p:animEffect filter="fade" transition="in">
                                      <p:cBhvr>
                                        <p:cTn dur="1"/>
                                        <p:tgtEl>
                                          <p:spTgt spid="193"/>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7" name="Shape 197"/>
        <p:cNvGrpSpPr/>
        <p:nvPr/>
      </p:nvGrpSpPr>
      <p:grpSpPr>
        <a:xfrm>
          <a:off x="0" y="0"/>
          <a:ext cx="0" cy="0"/>
          <a:chOff x="0" y="0"/>
          <a:chExt cx="0" cy="0"/>
        </a:xfrm>
      </p:grpSpPr>
      <p:sp>
        <p:nvSpPr>
          <p:cNvPr id="198" name="Google Shape;198;p12"/>
          <p:cNvSpPr txBox="1"/>
          <p:nvPr>
            <p:ph idx="1" type="body"/>
          </p:nvPr>
        </p:nvSpPr>
        <p:spPr>
          <a:xfrm>
            <a:off x="1486000" y="1916832"/>
            <a:ext cx="7200800" cy="3925371"/>
          </a:xfrm>
          <a:prstGeom prst="rect">
            <a:avLst/>
          </a:prstGeom>
          <a:noFill/>
          <a:ln>
            <a:noFill/>
          </a:ln>
        </p:spPr>
        <p:txBody>
          <a:bodyPr anchorCtr="0" anchor="t" bIns="45700" lIns="91425" spcFirstLastPara="1" rIns="91425" wrap="square" tIns="45700">
            <a:normAutofit/>
          </a:bodyPr>
          <a:lstStyle/>
          <a:p>
            <a:pPr indent="-355600" lvl="0" marL="355600" rtl="0" algn="just">
              <a:spcBef>
                <a:spcPts val="0"/>
              </a:spcBef>
              <a:spcAft>
                <a:spcPts val="0"/>
              </a:spcAft>
              <a:buClr>
                <a:schemeClr val="dk1"/>
              </a:buClr>
              <a:buSzPts val="1000"/>
              <a:buNone/>
            </a:pPr>
            <a:r>
              <a:rPr lang="es-CL" sz="2000">
                <a:latin typeface="Arial"/>
                <a:ea typeface="Arial"/>
                <a:cs typeface="Arial"/>
                <a:sym typeface="Arial"/>
              </a:rPr>
              <a:t>7. Implemente en lenguaje Python un programa que lea desde teclado una secuencia de números enteros, hasta que ingrese el 0. El programa debe sumar por separado los pares de los impares. Si la suma de los pares es superior a la suma de los impares, debe imprimir una serie de asteriscos (“*”), equivalente a la diferencia entre los pares e impares. Si la suma de los impares es superior a la suma de los pares, debe imprimir una serie de arrobas (“@”), equivalente a la diferencia entre los impares y pares. Si ambas sumas son iguales,  debe imprimir hacia el lado una serie de “#”, equivalente al valor de la suma de pares e impares. </a:t>
            </a:r>
            <a:endParaRPr sz="2000">
              <a:latin typeface="Arial"/>
              <a:ea typeface="Arial"/>
              <a:cs typeface="Arial"/>
              <a:sym typeface="Arial"/>
            </a:endParaRPr>
          </a:p>
        </p:txBody>
      </p:sp>
      <p:sp>
        <p:nvSpPr>
          <p:cNvPr id="199" name="Google Shape;199;p12"/>
          <p:cNvSpPr txBox="1"/>
          <p:nvPr>
            <p:ph type="title"/>
          </p:nvPr>
        </p:nvSpPr>
        <p:spPr>
          <a:xfrm>
            <a:off x="457200" y="274638"/>
            <a:ext cx="8229600" cy="1143000"/>
          </a:xfrm>
          <a:prstGeom prst="rect">
            <a:avLst/>
          </a:prstGeom>
          <a:noFill/>
          <a:ln>
            <a:noFill/>
          </a:ln>
        </p:spPr>
        <p:txBody>
          <a:bodyPr anchorCtr="0" anchor="t" bIns="45700" lIns="91425" spcFirstLastPara="1" rIns="91425" wrap="square" tIns="45700">
            <a:noAutofit/>
          </a:bodyPr>
          <a:lstStyle/>
          <a:p>
            <a:pPr indent="0" lvl="0" marL="0" rtl="0" algn="ctr">
              <a:spcBef>
                <a:spcPts val="0"/>
              </a:spcBef>
              <a:spcAft>
                <a:spcPts val="0"/>
              </a:spcAft>
              <a:buNone/>
            </a:pPr>
            <a:r>
              <a:rPr lang="es-CL"/>
              <a:t>Ejercicios </a:t>
            </a:r>
            <a:endParaRPr/>
          </a:p>
        </p:txBody>
      </p:sp>
      <p:pic>
        <p:nvPicPr>
          <p:cNvPr id="200" name="Google Shape;200;p12"/>
          <p:cNvPicPr preferRelativeResize="0"/>
          <p:nvPr/>
        </p:nvPicPr>
        <p:blipFill rotWithShape="1">
          <a:blip r:embed="rId3">
            <a:alphaModFix/>
          </a:blip>
          <a:srcRect b="0" l="0" r="0" t="0"/>
          <a:stretch/>
        </p:blipFill>
        <p:spPr>
          <a:xfrm>
            <a:off x="8318500" y="6032500"/>
            <a:ext cx="609600" cy="609600"/>
          </a:xfrm>
          <a:prstGeom prst="rect">
            <a:avLst/>
          </a:prstGeom>
          <a:noFill/>
          <a:ln>
            <a:noFill/>
          </a:ln>
        </p:spPr>
      </p:pic>
    </p:spTree>
  </p:cSld>
  <p:clrMapOvr>
    <a:masterClrMapping/>
  </p:clrMapOvr>
  <p:transition>
    <p:fade/>
  </p:transition>
  <p:timing>
    <p:tnLst>
      <p:par>
        <p:cTn dur="indefinite" nodeType="tmRoot" restart="never">
          <p:childTnLst>
            <p:seq concurrent="1" nextAc="seek">
              <p:cTn dur="indefinite" id="2" nodeType="mainSeq">
                <p:childTnLst>
                  <p:par>
                    <p:cTn fill="hold">
                      <p:stCondLst>
                        <p:cond delay="indefinite"/>
                        <p:cond evt="onBegin" delay="0">
                          <p:tn val="2"/>
                        </p:cond>
                      </p:stCondLst>
                      <p:childTnLst>
                        <p:par>
                          <p:cTn fill="hold">
                            <p:stCondLst>
                              <p:cond delay="0"/>
                            </p:stCondLst>
                            <p:childTnLst>
                              <p:par>
                                <p:cTn fill="hold" nodeType="withEffect" presetClass="entr" presetID="10" presetSubtype="0">
                                  <p:stCondLst>
                                    <p:cond delay="0"/>
                                  </p:stCondLst>
                                  <p:childTnLst>
                                    <p:set>
                                      <p:cBhvr>
                                        <p:cTn dur="1" fill="hold">
                                          <p:stCondLst>
                                            <p:cond delay="0"/>
                                          </p:stCondLst>
                                        </p:cTn>
                                        <p:tgtEl>
                                          <p:spTgt spid="200"/>
                                        </p:tgtEl>
                                        <p:attrNameLst>
                                          <p:attrName>style.visibility</p:attrName>
                                        </p:attrNameLst>
                                      </p:cBhvr>
                                      <p:to>
                                        <p:strVal val="visible"/>
                                      </p:to>
                                    </p:set>
                                    <p:animEffect filter="fade" transition="in">
                                      <p:cBhvr>
                                        <p:cTn dur="1"/>
                                        <p:tgtEl>
                                          <p:spTgt spid="200"/>
                                        </p:tgtEl>
                                      </p:cBhvr>
                                    </p:animEffect>
                                  </p:childTnLst>
                                </p:cTn>
                              </p:par>
                            </p:childTnLst>
                          </p:cTn>
                        </p:par>
                      </p:childTnLst>
                    </p:cTn>
                  </p:par>
                </p:childTnLst>
              </p:cTn>
              <p:prevCondLst>
                <p:cond evt="onPrev">
                  <p:tgtEl>
                    <p:sldTgt/>
                  </p:tgtEl>
                </p:cond>
              </p:prevCondLst>
              <p:nextCondLst>
                <p:cond evt="onNext">
                  <p:tgtEl>
                    <p:sldTgt/>
                  </p:tgtEl>
                </p:cond>
              </p:nextCondLst>
            </p:seq>
          </p:childTnLst>
        </p:cTn>
      </p:par>
    </p:tnLst>
  </p:timing>
</p:sld>
</file>

<file path=ppt/theme/theme1.xml><?xml version="1.0" encoding="utf-8"?>
<a:theme xmlns:a="http://schemas.openxmlformats.org/drawingml/2006/main" xmlns:r="http://schemas.openxmlformats.org/officeDocument/2006/relationships" name="Diseño predeterminado">
  <a:themeElements>
    <a:clrScheme name="Diseño predeterminado 1">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Tema de Offic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2002-04-19T21:10:20Z</dcterms:created>
  <dc:creator>UACH</dc:creator>
</cp:coreProperties>
</file>